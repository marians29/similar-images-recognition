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0" r:id="rId1"/>
  </p:sldMasterIdLst>
  <p:notesMasterIdLst>
    <p:notesMasterId r:id="rId19"/>
  </p:notes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90" autoAdjust="0"/>
    <p:restoredTop sz="94660"/>
  </p:normalViewPr>
  <p:slideViewPr>
    <p:cSldViewPr snapToGrid="0">
      <p:cViewPr>
        <p:scale>
          <a:sx n="76" d="100"/>
          <a:sy n="76" d="100"/>
        </p:scale>
        <p:origin x="219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9A0341D-00D3-47DC-B4B2-D92589C6C302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912EC3EF-877A-4943-A9FD-371BC492F0BD}">
      <dgm:prSet/>
      <dgm:spPr/>
      <dgm:t>
        <a:bodyPr/>
        <a:lstStyle/>
        <a:p>
          <a:r>
            <a:rPr lang="en-US"/>
            <a:t>O</a:t>
          </a:r>
          <a:r>
            <a:rPr lang="ro-RO" b="0" i="0" baseline="0"/>
            <a:t>biectiv</a:t>
          </a:r>
          <a:endParaRPr lang="en-US"/>
        </a:p>
      </dgm:t>
    </dgm:pt>
    <dgm:pt modelId="{AB7D80A4-9428-4DC5-B539-F8B11DABB22B}" type="parTrans" cxnId="{3052DDC0-9CDA-49BE-B11B-3DCAEA59ACC8}">
      <dgm:prSet/>
      <dgm:spPr/>
      <dgm:t>
        <a:bodyPr/>
        <a:lstStyle/>
        <a:p>
          <a:endParaRPr lang="en-US"/>
        </a:p>
      </dgm:t>
    </dgm:pt>
    <dgm:pt modelId="{A696E2C5-BFE4-4A7F-A103-7289BF0C3197}" type="sibTrans" cxnId="{3052DDC0-9CDA-49BE-B11B-3DCAEA59ACC8}">
      <dgm:prSet/>
      <dgm:spPr/>
      <dgm:t>
        <a:bodyPr/>
        <a:lstStyle/>
        <a:p>
          <a:endParaRPr lang="en-US"/>
        </a:p>
      </dgm:t>
    </dgm:pt>
    <dgm:pt modelId="{39CAC5A7-8CC3-449A-9353-AFB2368D0EDB}">
      <dgm:prSet/>
      <dgm:spPr/>
      <dgm:t>
        <a:bodyPr/>
        <a:lstStyle/>
        <a:p>
          <a:r>
            <a:rPr lang="ro-RO" b="0" i="0" baseline="0"/>
            <a:t>Setul de date: CBIR_dataset</a:t>
          </a:r>
          <a:endParaRPr lang="en-US"/>
        </a:p>
      </dgm:t>
    </dgm:pt>
    <dgm:pt modelId="{E8C31233-B2C2-4797-8BE2-03C86275F5E9}" type="parTrans" cxnId="{0A89D2D8-B2F7-44B0-B9F2-033EF4896F82}">
      <dgm:prSet/>
      <dgm:spPr/>
      <dgm:t>
        <a:bodyPr/>
        <a:lstStyle/>
        <a:p>
          <a:endParaRPr lang="en-US"/>
        </a:p>
      </dgm:t>
    </dgm:pt>
    <dgm:pt modelId="{78A5E3CB-C78C-4A3D-9D19-40798DD2F05F}" type="sibTrans" cxnId="{0A89D2D8-B2F7-44B0-B9F2-033EF4896F82}">
      <dgm:prSet/>
      <dgm:spPr/>
      <dgm:t>
        <a:bodyPr/>
        <a:lstStyle/>
        <a:p>
          <a:endParaRPr lang="en-US"/>
        </a:p>
      </dgm:t>
    </dgm:pt>
    <dgm:pt modelId="{470F78CC-AA04-4EA7-9DBB-267E6ACE8979}">
      <dgm:prSet/>
      <dgm:spPr/>
      <dgm:t>
        <a:bodyPr/>
        <a:lstStyle/>
        <a:p>
          <a:r>
            <a:rPr lang="ro-RO" b="0" i="0" baseline="0"/>
            <a:t>Preprocesare și normalizare</a:t>
          </a:r>
          <a:endParaRPr lang="en-US"/>
        </a:p>
      </dgm:t>
    </dgm:pt>
    <dgm:pt modelId="{7BEBBEA8-9AAD-40CE-9237-E6966D185147}" type="parTrans" cxnId="{D3EA8620-F8AD-4597-AA2D-47A2AD67883A}">
      <dgm:prSet/>
      <dgm:spPr/>
      <dgm:t>
        <a:bodyPr/>
        <a:lstStyle/>
        <a:p>
          <a:endParaRPr lang="en-US"/>
        </a:p>
      </dgm:t>
    </dgm:pt>
    <dgm:pt modelId="{6153E9FE-3A62-4AFE-BF3F-68D62FBA38DD}" type="sibTrans" cxnId="{D3EA8620-F8AD-4597-AA2D-47A2AD67883A}">
      <dgm:prSet/>
      <dgm:spPr/>
      <dgm:t>
        <a:bodyPr/>
        <a:lstStyle/>
        <a:p>
          <a:endParaRPr lang="en-US"/>
        </a:p>
      </dgm:t>
    </dgm:pt>
    <dgm:pt modelId="{1B281E8C-47EE-48D7-BAF7-DFC2FAE6C6C1}">
      <dgm:prSet/>
      <dgm:spPr/>
      <dgm:t>
        <a:bodyPr/>
        <a:lstStyle/>
        <a:p>
          <a:r>
            <a:rPr lang="ro-RO" b="0" i="0" baseline="0"/>
            <a:t>Augmentare de date: rol și exemple</a:t>
          </a:r>
          <a:endParaRPr lang="en-US"/>
        </a:p>
      </dgm:t>
    </dgm:pt>
    <dgm:pt modelId="{E46FB7FF-C89B-4256-89C8-9B41D0FCC419}" type="parTrans" cxnId="{821C1195-0AA0-4941-A743-53C37BC1F8D2}">
      <dgm:prSet/>
      <dgm:spPr/>
      <dgm:t>
        <a:bodyPr/>
        <a:lstStyle/>
        <a:p>
          <a:endParaRPr lang="en-US"/>
        </a:p>
      </dgm:t>
    </dgm:pt>
    <dgm:pt modelId="{28AED401-BE45-4CE1-BD88-20130632BFC2}" type="sibTrans" cxnId="{821C1195-0AA0-4941-A743-53C37BC1F8D2}">
      <dgm:prSet/>
      <dgm:spPr/>
      <dgm:t>
        <a:bodyPr/>
        <a:lstStyle/>
        <a:p>
          <a:endParaRPr lang="en-US"/>
        </a:p>
      </dgm:t>
    </dgm:pt>
    <dgm:pt modelId="{2E67BC41-9E3C-455F-B2BD-A08A0DC3A9E5}">
      <dgm:prSet/>
      <dgm:spPr/>
      <dgm:t>
        <a:bodyPr/>
        <a:lstStyle/>
        <a:p>
          <a:r>
            <a:rPr lang="ro-RO" b="0" i="0" baseline="0"/>
            <a:t>Construirea perechilor (Siamese Dataset)</a:t>
          </a:r>
          <a:endParaRPr lang="en-US"/>
        </a:p>
      </dgm:t>
    </dgm:pt>
    <dgm:pt modelId="{67962282-7151-4C92-B79E-BC72B7D1FE1B}" type="parTrans" cxnId="{17111F27-5932-43D2-ACB1-817F0A724E81}">
      <dgm:prSet/>
      <dgm:spPr/>
      <dgm:t>
        <a:bodyPr/>
        <a:lstStyle/>
        <a:p>
          <a:endParaRPr lang="en-US"/>
        </a:p>
      </dgm:t>
    </dgm:pt>
    <dgm:pt modelId="{81E055B1-1506-4C93-B575-AE04FF284116}" type="sibTrans" cxnId="{17111F27-5932-43D2-ACB1-817F0A724E81}">
      <dgm:prSet/>
      <dgm:spPr/>
      <dgm:t>
        <a:bodyPr/>
        <a:lstStyle/>
        <a:p>
          <a:endParaRPr lang="en-US"/>
        </a:p>
      </dgm:t>
    </dgm:pt>
    <dgm:pt modelId="{98F85565-2178-44F7-A1AE-DA2AF1B3A9F6}">
      <dgm:prSet/>
      <dgm:spPr/>
      <dgm:t>
        <a:bodyPr/>
        <a:lstStyle/>
        <a:p>
          <a:r>
            <a:rPr lang="ro-RO" b="0" i="0" baseline="0"/>
            <a:t>DataLoader și batch-uri</a:t>
          </a:r>
          <a:endParaRPr lang="en-US"/>
        </a:p>
      </dgm:t>
    </dgm:pt>
    <dgm:pt modelId="{4B8245A6-8C5F-47F9-AF91-E911AF70A53B}" type="parTrans" cxnId="{5183C54A-1420-4E8A-8226-98DA101F6099}">
      <dgm:prSet/>
      <dgm:spPr/>
      <dgm:t>
        <a:bodyPr/>
        <a:lstStyle/>
        <a:p>
          <a:endParaRPr lang="en-US"/>
        </a:p>
      </dgm:t>
    </dgm:pt>
    <dgm:pt modelId="{C1DF2C6F-3723-46D0-9992-DF5927744B39}" type="sibTrans" cxnId="{5183C54A-1420-4E8A-8226-98DA101F6099}">
      <dgm:prSet/>
      <dgm:spPr/>
      <dgm:t>
        <a:bodyPr/>
        <a:lstStyle/>
        <a:p>
          <a:endParaRPr lang="en-US"/>
        </a:p>
      </dgm:t>
    </dgm:pt>
    <dgm:pt modelId="{A3018869-0C89-4A6E-80E0-E96D445577C0}">
      <dgm:prSet/>
      <dgm:spPr/>
      <dgm:t>
        <a:bodyPr/>
        <a:lstStyle/>
        <a:p>
          <a:r>
            <a:rPr lang="ro-RO" b="0" i="0" baseline="0"/>
            <a:t>Arhitectura modelului: Embedding Network</a:t>
          </a:r>
          <a:endParaRPr lang="en-US"/>
        </a:p>
      </dgm:t>
    </dgm:pt>
    <dgm:pt modelId="{93AFBF96-8BF8-445D-BB69-421AA09D5054}" type="parTrans" cxnId="{875BEEE0-EB34-4F15-A9A1-28CAB0A166D2}">
      <dgm:prSet/>
      <dgm:spPr/>
      <dgm:t>
        <a:bodyPr/>
        <a:lstStyle/>
        <a:p>
          <a:endParaRPr lang="en-US"/>
        </a:p>
      </dgm:t>
    </dgm:pt>
    <dgm:pt modelId="{77618540-7B3B-4D37-917B-35F94A54145A}" type="sibTrans" cxnId="{875BEEE0-EB34-4F15-A9A1-28CAB0A166D2}">
      <dgm:prSet/>
      <dgm:spPr/>
      <dgm:t>
        <a:bodyPr/>
        <a:lstStyle/>
        <a:p>
          <a:endParaRPr lang="en-US"/>
        </a:p>
      </dgm:t>
    </dgm:pt>
    <dgm:pt modelId="{29CB5200-CDEF-4051-B7A3-07C935DD7492}">
      <dgm:prSet/>
      <dgm:spPr/>
      <dgm:t>
        <a:bodyPr/>
        <a:lstStyle/>
        <a:p>
          <a:r>
            <a:rPr lang="ro-RO" b="0" i="0" baseline="0"/>
            <a:t>Arhitectura siameză: principiul de funcționare</a:t>
          </a:r>
          <a:endParaRPr lang="en-US"/>
        </a:p>
      </dgm:t>
    </dgm:pt>
    <dgm:pt modelId="{D5CD2DC0-85E1-4CE9-8909-87E34B19F70B}" type="parTrans" cxnId="{AA7FE3CE-3D14-48B0-B5CC-D8C6B0CB16FB}">
      <dgm:prSet/>
      <dgm:spPr/>
      <dgm:t>
        <a:bodyPr/>
        <a:lstStyle/>
        <a:p>
          <a:endParaRPr lang="en-US"/>
        </a:p>
      </dgm:t>
    </dgm:pt>
    <dgm:pt modelId="{B087D361-510F-497B-BDA5-572AB0E788CE}" type="sibTrans" cxnId="{AA7FE3CE-3D14-48B0-B5CC-D8C6B0CB16FB}">
      <dgm:prSet/>
      <dgm:spPr/>
      <dgm:t>
        <a:bodyPr/>
        <a:lstStyle/>
        <a:p>
          <a:endParaRPr lang="en-US"/>
        </a:p>
      </dgm:t>
    </dgm:pt>
    <dgm:pt modelId="{6799AF85-6DA4-4654-B449-9114F8256733}">
      <dgm:prSet/>
      <dgm:spPr/>
      <dgm:t>
        <a:bodyPr/>
        <a:lstStyle/>
        <a:p>
          <a:r>
            <a:rPr lang="ro-RO" b="0" i="0" baseline="0"/>
            <a:t>Funcția de cost: Contrastive Loss</a:t>
          </a:r>
          <a:endParaRPr lang="en-US"/>
        </a:p>
      </dgm:t>
    </dgm:pt>
    <dgm:pt modelId="{5BD79E7C-E286-4E8B-9974-AFC4C0EB3D1A}" type="parTrans" cxnId="{BF4CD3C8-DB35-47E9-946F-A06578DB4769}">
      <dgm:prSet/>
      <dgm:spPr/>
      <dgm:t>
        <a:bodyPr/>
        <a:lstStyle/>
        <a:p>
          <a:endParaRPr lang="en-US"/>
        </a:p>
      </dgm:t>
    </dgm:pt>
    <dgm:pt modelId="{4EB1DFE0-052F-4321-8272-1616568FA7E7}" type="sibTrans" cxnId="{BF4CD3C8-DB35-47E9-946F-A06578DB4769}">
      <dgm:prSet/>
      <dgm:spPr/>
      <dgm:t>
        <a:bodyPr/>
        <a:lstStyle/>
        <a:p>
          <a:endParaRPr lang="en-US"/>
        </a:p>
      </dgm:t>
    </dgm:pt>
    <dgm:pt modelId="{C1CA99EF-5352-4B8B-A156-F3A26189E0A4}">
      <dgm:prSet/>
      <dgm:spPr/>
      <dgm:t>
        <a:bodyPr/>
        <a:lstStyle/>
        <a:p>
          <a:r>
            <a:rPr lang="ro-RO" b="0" i="0" baseline="0"/>
            <a:t>Antrenarea modelului</a:t>
          </a:r>
          <a:endParaRPr lang="en-US"/>
        </a:p>
      </dgm:t>
    </dgm:pt>
    <dgm:pt modelId="{821783D6-F9C1-4540-A081-E8B9984EEF1F}" type="parTrans" cxnId="{580D271E-5291-4A1E-AAFB-5A988F641E13}">
      <dgm:prSet/>
      <dgm:spPr/>
      <dgm:t>
        <a:bodyPr/>
        <a:lstStyle/>
        <a:p>
          <a:endParaRPr lang="en-US"/>
        </a:p>
      </dgm:t>
    </dgm:pt>
    <dgm:pt modelId="{CA02F59B-4C3F-4236-940C-9E0E53274216}" type="sibTrans" cxnId="{580D271E-5291-4A1E-AAFB-5A988F641E13}">
      <dgm:prSet/>
      <dgm:spPr/>
      <dgm:t>
        <a:bodyPr/>
        <a:lstStyle/>
        <a:p>
          <a:endParaRPr lang="en-US"/>
        </a:p>
      </dgm:t>
    </dgm:pt>
    <dgm:pt modelId="{9C211A0F-BC8A-4EC4-83E8-D5500CF1A2E4}">
      <dgm:prSet/>
      <dgm:spPr/>
      <dgm:t>
        <a:bodyPr/>
        <a:lstStyle/>
        <a:p>
          <a:r>
            <a:rPr lang="ro-RO" b="0" i="0" baseline="0"/>
            <a:t>Extracția embeddings pentru baza de date (Indexing)</a:t>
          </a:r>
          <a:endParaRPr lang="en-US"/>
        </a:p>
      </dgm:t>
    </dgm:pt>
    <dgm:pt modelId="{96D6B495-6742-4064-8854-F1143EDE6C75}" type="parTrans" cxnId="{804D0D02-D2E5-44B4-B338-40A0DFA5AF91}">
      <dgm:prSet/>
      <dgm:spPr/>
      <dgm:t>
        <a:bodyPr/>
        <a:lstStyle/>
        <a:p>
          <a:endParaRPr lang="en-US"/>
        </a:p>
      </dgm:t>
    </dgm:pt>
    <dgm:pt modelId="{165BAD0F-2EBD-4A0D-A29F-46B0652448CF}" type="sibTrans" cxnId="{804D0D02-D2E5-44B4-B338-40A0DFA5AF91}">
      <dgm:prSet/>
      <dgm:spPr/>
      <dgm:t>
        <a:bodyPr/>
        <a:lstStyle/>
        <a:p>
          <a:endParaRPr lang="en-US"/>
        </a:p>
      </dgm:t>
    </dgm:pt>
    <dgm:pt modelId="{E4550BAC-1934-4F26-976D-3D9872F13AC7}">
      <dgm:prSet/>
      <dgm:spPr/>
      <dgm:t>
        <a:bodyPr/>
        <a:lstStyle/>
        <a:p>
          <a:r>
            <a:rPr lang="ro-RO" b="0" i="0" baseline="0"/>
            <a:t>Similarity search: mecanismul CBIR</a:t>
          </a:r>
          <a:endParaRPr lang="en-US"/>
        </a:p>
      </dgm:t>
    </dgm:pt>
    <dgm:pt modelId="{3EDF3DBE-B8CF-46B1-ACF6-112BDDE0FF10}" type="parTrans" cxnId="{2E9D5D07-5811-46D6-9BFB-87945243F4B5}">
      <dgm:prSet/>
      <dgm:spPr/>
      <dgm:t>
        <a:bodyPr/>
        <a:lstStyle/>
        <a:p>
          <a:endParaRPr lang="en-US"/>
        </a:p>
      </dgm:t>
    </dgm:pt>
    <dgm:pt modelId="{2115C2B3-DB95-4992-AD2E-5DBC3111DF88}" type="sibTrans" cxnId="{2E9D5D07-5811-46D6-9BFB-87945243F4B5}">
      <dgm:prSet/>
      <dgm:spPr/>
      <dgm:t>
        <a:bodyPr/>
        <a:lstStyle/>
        <a:p>
          <a:endParaRPr lang="en-US"/>
        </a:p>
      </dgm:t>
    </dgm:pt>
    <dgm:pt modelId="{73F0141A-58C7-470C-899D-FF0F88FB62A9}">
      <dgm:prSet/>
      <dgm:spPr/>
      <dgm:t>
        <a:bodyPr/>
        <a:lstStyle/>
        <a:p>
          <a:r>
            <a:rPr lang="ro-RO" b="0" i="0" baseline="0"/>
            <a:t>Observații, limitări și direcții de îmbunătățire</a:t>
          </a:r>
          <a:endParaRPr lang="en-US"/>
        </a:p>
      </dgm:t>
    </dgm:pt>
    <dgm:pt modelId="{DDAB4838-9B6C-4557-AEBE-20C60D955C67}" type="parTrans" cxnId="{414E70D5-7380-45CB-835B-FBC332D5B2C4}">
      <dgm:prSet/>
      <dgm:spPr/>
      <dgm:t>
        <a:bodyPr/>
        <a:lstStyle/>
        <a:p>
          <a:endParaRPr lang="en-US"/>
        </a:p>
      </dgm:t>
    </dgm:pt>
    <dgm:pt modelId="{7ED4F539-3393-46B0-B969-A8313D62716A}" type="sibTrans" cxnId="{414E70D5-7380-45CB-835B-FBC332D5B2C4}">
      <dgm:prSet/>
      <dgm:spPr/>
      <dgm:t>
        <a:bodyPr/>
        <a:lstStyle/>
        <a:p>
          <a:endParaRPr lang="en-US"/>
        </a:p>
      </dgm:t>
    </dgm:pt>
    <dgm:pt modelId="{4C51B24B-BF3A-4A73-A041-371FDAFC9436}">
      <dgm:prSet/>
      <dgm:spPr/>
      <dgm:t>
        <a:bodyPr/>
        <a:lstStyle/>
        <a:p>
          <a:r>
            <a:rPr lang="ro-RO" b="0" i="0" baseline="0"/>
            <a:t>Concluzii</a:t>
          </a:r>
          <a:endParaRPr lang="en-US"/>
        </a:p>
      </dgm:t>
    </dgm:pt>
    <dgm:pt modelId="{26B273D0-23EF-4A11-ABB8-3FF21EDDB975}" type="parTrans" cxnId="{057C6D13-B1AB-4B00-B3AB-C67AA3EF39B3}">
      <dgm:prSet/>
      <dgm:spPr/>
      <dgm:t>
        <a:bodyPr/>
        <a:lstStyle/>
        <a:p>
          <a:endParaRPr lang="en-US"/>
        </a:p>
      </dgm:t>
    </dgm:pt>
    <dgm:pt modelId="{EDD71E4E-6ED8-4111-B94F-9F6663E985F7}" type="sibTrans" cxnId="{057C6D13-B1AB-4B00-B3AB-C67AA3EF39B3}">
      <dgm:prSet/>
      <dgm:spPr/>
      <dgm:t>
        <a:bodyPr/>
        <a:lstStyle/>
        <a:p>
          <a:endParaRPr lang="en-US"/>
        </a:p>
      </dgm:t>
    </dgm:pt>
    <dgm:pt modelId="{74612D59-55FE-4D57-94E5-625277C5E83A}" type="pres">
      <dgm:prSet presAssocID="{49A0341D-00D3-47DC-B4B2-D92589C6C302}" presName="vert0" presStyleCnt="0">
        <dgm:presLayoutVars>
          <dgm:dir/>
          <dgm:animOne val="branch"/>
          <dgm:animLvl val="lvl"/>
        </dgm:presLayoutVars>
      </dgm:prSet>
      <dgm:spPr/>
    </dgm:pt>
    <dgm:pt modelId="{DDD15FA8-1E62-4E86-B136-55119C28A03F}" type="pres">
      <dgm:prSet presAssocID="{912EC3EF-877A-4943-A9FD-371BC492F0BD}" presName="thickLine" presStyleLbl="alignNode1" presStyleIdx="0" presStyleCnt="14"/>
      <dgm:spPr/>
    </dgm:pt>
    <dgm:pt modelId="{2DFB46DD-C38A-4457-8B6B-1B9042926329}" type="pres">
      <dgm:prSet presAssocID="{912EC3EF-877A-4943-A9FD-371BC492F0BD}" presName="horz1" presStyleCnt="0"/>
      <dgm:spPr/>
    </dgm:pt>
    <dgm:pt modelId="{F5E7728D-2AAF-4E57-AFEB-07A0A7188948}" type="pres">
      <dgm:prSet presAssocID="{912EC3EF-877A-4943-A9FD-371BC492F0BD}" presName="tx1" presStyleLbl="revTx" presStyleIdx="0" presStyleCnt="14"/>
      <dgm:spPr/>
    </dgm:pt>
    <dgm:pt modelId="{502C82C7-CDB0-4BC5-B13F-59C853FD39B5}" type="pres">
      <dgm:prSet presAssocID="{912EC3EF-877A-4943-A9FD-371BC492F0BD}" presName="vert1" presStyleCnt="0"/>
      <dgm:spPr/>
    </dgm:pt>
    <dgm:pt modelId="{A905A22A-6100-450F-8F2E-9377E8BDA615}" type="pres">
      <dgm:prSet presAssocID="{39CAC5A7-8CC3-449A-9353-AFB2368D0EDB}" presName="thickLine" presStyleLbl="alignNode1" presStyleIdx="1" presStyleCnt="14"/>
      <dgm:spPr/>
    </dgm:pt>
    <dgm:pt modelId="{96DC1083-E6E9-40BE-9458-3936040E357F}" type="pres">
      <dgm:prSet presAssocID="{39CAC5A7-8CC3-449A-9353-AFB2368D0EDB}" presName="horz1" presStyleCnt="0"/>
      <dgm:spPr/>
    </dgm:pt>
    <dgm:pt modelId="{C393BE32-75E7-4D21-8007-0B2E0EBF8168}" type="pres">
      <dgm:prSet presAssocID="{39CAC5A7-8CC3-449A-9353-AFB2368D0EDB}" presName="tx1" presStyleLbl="revTx" presStyleIdx="1" presStyleCnt="14"/>
      <dgm:spPr/>
    </dgm:pt>
    <dgm:pt modelId="{4309CE95-6AD0-42A8-8BAD-8946CF474B06}" type="pres">
      <dgm:prSet presAssocID="{39CAC5A7-8CC3-449A-9353-AFB2368D0EDB}" presName="vert1" presStyleCnt="0"/>
      <dgm:spPr/>
    </dgm:pt>
    <dgm:pt modelId="{3F7388E8-5D55-4945-B864-DDC4011BB100}" type="pres">
      <dgm:prSet presAssocID="{470F78CC-AA04-4EA7-9DBB-267E6ACE8979}" presName="thickLine" presStyleLbl="alignNode1" presStyleIdx="2" presStyleCnt="14"/>
      <dgm:spPr/>
    </dgm:pt>
    <dgm:pt modelId="{A3E13979-154B-48E2-AF1B-2F14AD825263}" type="pres">
      <dgm:prSet presAssocID="{470F78CC-AA04-4EA7-9DBB-267E6ACE8979}" presName="horz1" presStyleCnt="0"/>
      <dgm:spPr/>
    </dgm:pt>
    <dgm:pt modelId="{930BAAF7-50CB-41BB-92C9-5C478F40CC31}" type="pres">
      <dgm:prSet presAssocID="{470F78CC-AA04-4EA7-9DBB-267E6ACE8979}" presName="tx1" presStyleLbl="revTx" presStyleIdx="2" presStyleCnt="14"/>
      <dgm:spPr/>
    </dgm:pt>
    <dgm:pt modelId="{0DDA2836-421C-4B5F-A49B-47B7DB6926B8}" type="pres">
      <dgm:prSet presAssocID="{470F78CC-AA04-4EA7-9DBB-267E6ACE8979}" presName="vert1" presStyleCnt="0"/>
      <dgm:spPr/>
    </dgm:pt>
    <dgm:pt modelId="{7ED9B754-C2E8-4248-B1E6-50D2D02C98F9}" type="pres">
      <dgm:prSet presAssocID="{1B281E8C-47EE-48D7-BAF7-DFC2FAE6C6C1}" presName="thickLine" presStyleLbl="alignNode1" presStyleIdx="3" presStyleCnt="14"/>
      <dgm:spPr/>
    </dgm:pt>
    <dgm:pt modelId="{0180A26E-C711-48F5-AB83-9DCBF3013A96}" type="pres">
      <dgm:prSet presAssocID="{1B281E8C-47EE-48D7-BAF7-DFC2FAE6C6C1}" presName="horz1" presStyleCnt="0"/>
      <dgm:spPr/>
    </dgm:pt>
    <dgm:pt modelId="{1EF1FA39-88CC-471C-B619-71FD514CBAC5}" type="pres">
      <dgm:prSet presAssocID="{1B281E8C-47EE-48D7-BAF7-DFC2FAE6C6C1}" presName="tx1" presStyleLbl="revTx" presStyleIdx="3" presStyleCnt="14"/>
      <dgm:spPr/>
    </dgm:pt>
    <dgm:pt modelId="{06D2B802-E840-42B5-A4D4-1F85471ECBD4}" type="pres">
      <dgm:prSet presAssocID="{1B281E8C-47EE-48D7-BAF7-DFC2FAE6C6C1}" presName="vert1" presStyleCnt="0"/>
      <dgm:spPr/>
    </dgm:pt>
    <dgm:pt modelId="{21BC5C96-4E0A-424D-8855-C31B78E07092}" type="pres">
      <dgm:prSet presAssocID="{2E67BC41-9E3C-455F-B2BD-A08A0DC3A9E5}" presName="thickLine" presStyleLbl="alignNode1" presStyleIdx="4" presStyleCnt="14"/>
      <dgm:spPr/>
    </dgm:pt>
    <dgm:pt modelId="{15B8580F-AAB4-410A-BA7D-0EFC1467F67A}" type="pres">
      <dgm:prSet presAssocID="{2E67BC41-9E3C-455F-B2BD-A08A0DC3A9E5}" presName="horz1" presStyleCnt="0"/>
      <dgm:spPr/>
    </dgm:pt>
    <dgm:pt modelId="{341FC750-337F-4A9E-87C5-604049226C4D}" type="pres">
      <dgm:prSet presAssocID="{2E67BC41-9E3C-455F-B2BD-A08A0DC3A9E5}" presName="tx1" presStyleLbl="revTx" presStyleIdx="4" presStyleCnt="14"/>
      <dgm:spPr/>
    </dgm:pt>
    <dgm:pt modelId="{FB4A05FE-D5E9-423B-BEE1-4004A4702162}" type="pres">
      <dgm:prSet presAssocID="{2E67BC41-9E3C-455F-B2BD-A08A0DC3A9E5}" presName="vert1" presStyleCnt="0"/>
      <dgm:spPr/>
    </dgm:pt>
    <dgm:pt modelId="{A735682D-9085-4817-8C4B-251AF70F316A}" type="pres">
      <dgm:prSet presAssocID="{98F85565-2178-44F7-A1AE-DA2AF1B3A9F6}" presName="thickLine" presStyleLbl="alignNode1" presStyleIdx="5" presStyleCnt="14"/>
      <dgm:spPr/>
    </dgm:pt>
    <dgm:pt modelId="{2673321D-6568-4634-A440-D7C2B71EDD8B}" type="pres">
      <dgm:prSet presAssocID="{98F85565-2178-44F7-A1AE-DA2AF1B3A9F6}" presName="horz1" presStyleCnt="0"/>
      <dgm:spPr/>
    </dgm:pt>
    <dgm:pt modelId="{EB4B9B65-BC97-44FA-A020-E3BD5E0EEE22}" type="pres">
      <dgm:prSet presAssocID="{98F85565-2178-44F7-A1AE-DA2AF1B3A9F6}" presName="tx1" presStyleLbl="revTx" presStyleIdx="5" presStyleCnt="14"/>
      <dgm:spPr/>
    </dgm:pt>
    <dgm:pt modelId="{9494458F-1DF1-4C5D-B248-16E68E61B58B}" type="pres">
      <dgm:prSet presAssocID="{98F85565-2178-44F7-A1AE-DA2AF1B3A9F6}" presName="vert1" presStyleCnt="0"/>
      <dgm:spPr/>
    </dgm:pt>
    <dgm:pt modelId="{6DB00FB2-E40C-4B45-A820-527F41E7B84D}" type="pres">
      <dgm:prSet presAssocID="{A3018869-0C89-4A6E-80E0-E96D445577C0}" presName="thickLine" presStyleLbl="alignNode1" presStyleIdx="6" presStyleCnt="14"/>
      <dgm:spPr/>
    </dgm:pt>
    <dgm:pt modelId="{36AD8889-22A6-4BB1-83EB-7D7ACA33A68D}" type="pres">
      <dgm:prSet presAssocID="{A3018869-0C89-4A6E-80E0-E96D445577C0}" presName="horz1" presStyleCnt="0"/>
      <dgm:spPr/>
    </dgm:pt>
    <dgm:pt modelId="{75D769F6-E06B-4896-A8EB-BA93553EFA00}" type="pres">
      <dgm:prSet presAssocID="{A3018869-0C89-4A6E-80E0-E96D445577C0}" presName="tx1" presStyleLbl="revTx" presStyleIdx="6" presStyleCnt="14"/>
      <dgm:spPr/>
    </dgm:pt>
    <dgm:pt modelId="{3B62FA4B-3C4D-4339-85FC-D7DC84CE644E}" type="pres">
      <dgm:prSet presAssocID="{A3018869-0C89-4A6E-80E0-E96D445577C0}" presName="vert1" presStyleCnt="0"/>
      <dgm:spPr/>
    </dgm:pt>
    <dgm:pt modelId="{5DF13D2A-020E-48DA-8614-C04F00C2092B}" type="pres">
      <dgm:prSet presAssocID="{29CB5200-CDEF-4051-B7A3-07C935DD7492}" presName="thickLine" presStyleLbl="alignNode1" presStyleIdx="7" presStyleCnt="14"/>
      <dgm:spPr/>
    </dgm:pt>
    <dgm:pt modelId="{D4BB13A6-59D2-429F-A1B2-DC64089D11E8}" type="pres">
      <dgm:prSet presAssocID="{29CB5200-CDEF-4051-B7A3-07C935DD7492}" presName="horz1" presStyleCnt="0"/>
      <dgm:spPr/>
    </dgm:pt>
    <dgm:pt modelId="{0B7CB42C-097F-4291-8D82-516AC40BDD6C}" type="pres">
      <dgm:prSet presAssocID="{29CB5200-CDEF-4051-B7A3-07C935DD7492}" presName="tx1" presStyleLbl="revTx" presStyleIdx="7" presStyleCnt="14"/>
      <dgm:spPr/>
    </dgm:pt>
    <dgm:pt modelId="{D6BF5864-2944-4710-83E9-95B2CAC57145}" type="pres">
      <dgm:prSet presAssocID="{29CB5200-CDEF-4051-B7A3-07C935DD7492}" presName="vert1" presStyleCnt="0"/>
      <dgm:spPr/>
    </dgm:pt>
    <dgm:pt modelId="{32E57EDD-3D1B-4924-B052-020F9D3611BF}" type="pres">
      <dgm:prSet presAssocID="{6799AF85-6DA4-4654-B449-9114F8256733}" presName="thickLine" presStyleLbl="alignNode1" presStyleIdx="8" presStyleCnt="14"/>
      <dgm:spPr/>
    </dgm:pt>
    <dgm:pt modelId="{CD1A0EBF-4094-483C-8C75-064B21F74085}" type="pres">
      <dgm:prSet presAssocID="{6799AF85-6DA4-4654-B449-9114F8256733}" presName="horz1" presStyleCnt="0"/>
      <dgm:spPr/>
    </dgm:pt>
    <dgm:pt modelId="{BD3C0A90-DF02-4F9E-A842-3C461BC5438F}" type="pres">
      <dgm:prSet presAssocID="{6799AF85-6DA4-4654-B449-9114F8256733}" presName="tx1" presStyleLbl="revTx" presStyleIdx="8" presStyleCnt="14"/>
      <dgm:spPr/>
    </dgm:pt>
    <dgm:pt modelId="{646DA62F-D80B-46FE-A9E5-2CBC6CC1B7DC}" type="pres">
      <dgm:prSet presAssocID="{6799AF85-6DA4-4654-B449-9114F8256733}" presName="vert1" presStyleCnt="0"/>
      <dgm:spPr/>
    </dgm:pt>
    <dgm:pt modelId="{3F46A88A-5BFF-40A6-B56B-2313664A30FC}" type="pres">
      <dgm:prSet presAssocID="{C1CA99EF-5352-4B8B-A156-F3A26189E0A4}" presName="thickLine" presStyleLbl="alignNode1" presStyleIdx="9" presStyleCnt="14"/>
      <dgm:spPr/>
    </dgm:pt>
    <dgm:pt modelId="{269ED1F7-EBF9-4229-8927-8A1B160501F1}" type="pres">
      <dgm:prSet presAssocID="{C1CA99EF-5352-4B8B-A156-F3A26189E0A4}" presName="horz1" presStyleCnt="0"/>
      <dgm:spPr/>
    </dgm:pt>
    <dgm:pt modelId="{A6FE1BDF-5584-47EF-8907-7CFD013C7FD2}" type="pres">
      <dgm:prSet presAssocID="{C1CA99EF-5352-4B8B-A156-F3A26189E0A4}" presName="tx1" presStyleLbl="revTx" presStyleIdx="9" presStyleCnt="14"/>
      <dgm:spPr/>
    </dgm:pt>
    <dgm:pt modelId="{30E839BF-1070-4E8D-BD9B-BB084D903225}" type="pres">
      <dgm:prSet presAssocID="{C1CA99EF-5352-4B8B-A156-F3A26189E0A4}" presName="vert1" presStyleCnt="0"/>
      <dgm:spPr/>
    </dgm:pt>
    <dgm:pt modelId="{D6AEB153-576F-41A0-A629-BB29BD74EF8B}" type="pres">
      <dgm:prSet presAssocID="{9C211A0F-BC8A-4EC4-83E8-D5500CF1A2E4}" presName="thickLine" presStyleLbl="alignNode1" presStyleIdx="10" presStyleCnt="14"/>
      <dgm:spPr/>
    </dgm:pt>
    <dgm:pt modelId="{DBF1B84D-8A9A-41B5-A9C8-D9E2AE641D73}" type="pres">
      <dgm:prSet presAssocID="{9C211A0F-BC8A-4EC4-83E8-D5500CF1A2E4}" presName="horz1" presStyleCnt="0"/>
      <dgm:spPr/>
    </dgm:pt>
    <dgm:pt modelId="{20EBD71F-E1FC-4439-8E79-88AE5FC78E2E}" type="pres">
      <dgm:prSet presAssocID="{9C211A0F-BC8A-4EC4-83E8-D5500CF1A2E4}" presName="tx1" presStyleLbl="revTx" presStyleIdx="10" presStyleCnt="14"/>
      <dgm:spPr/>
    </dgm:pt>
    <dgm:pt modelId="{F2F5BB21-967B-4A14-8E0C-D26F4B52FBFA}" type="pres">
      <dgm:prSet presAssocID="{9C211A0F-BC8A-4EC4-83E8-D5500CF1A2E4}" presName="vert1" presStyleCnt="0"/>
      <dgm:spPr/>
    </dgm:pt>
    <dgm:pt modelId="{C1B8E5AB-6579-4864-8844-0D717E1B4444}" type="pres">
      <dgm:prSet presAssocID="{E4550BAC-1934-4F26-976D-3D9872F13AC7}" presName="thickLine" presStyleLbl="alignNode1" presStyleIdx="11" presStyleCnt="14"/>
      <dgm:spPr/>
    </dgm:pt>
    <dgm:pt modelId="{CFDFB769-94E5-46C2-A217-7A5849540B0A}" type="pres">
      <dgm:prSet presAssocID="{E4550BAC-1934-4F26-976D-3D9872F13AC7}" presName="horz1" presStyleCnt="0"/>
      <dgm:spPr/>
    </dgm:pt>
    <dgm:pt modelId="{71ADC4FE-CD55-4272-99E3-61C118813742}" type="pres">
      <dgm:prSet presAssocID="{E4550BAC-1934-4F26-976D-3D9872F13AC7}" presName="tx1" presStyleLbl="revTx" presStyleIdx="11" presStyleCnt="14"/>
      <dgm:spPr/>
    </dgm:pt>
    <dgm:pt modelId="{6F2C79E3-2093-41EB-ACEE-43585EC4002D}" type="pres">
      <dgm:prSet presAssocID="{E4550BAC-1934-4F26-976D-3D9872F13AC7}" presName="vert1" presStyleCnt="0"/>
      <dgm:spPr/>
    </dgm:pt>
    <dgm:pt modelId="{F7EACBB2-C1E0-4683-BAD6-4816B5DCF90C}" type="pres">
      <dgm:prSet presAssocID="{73F0141A-58C7-470C-899D-FF0F88FB62A9}" presName="thickLine" presStyleLbl="alignNode1" presStyleIdx="12" presStyleCnt="14"/>
      <dgm:spPr/>
    </dgm:pt>
    <dgm:pt modelId="{2243D32B-FA42-44D1-8EBB-5FBD573521C6}" type="pres">
      <dgm:prSet presAssocID="{73F0141A-58C7-470C-899D-FF0F88FB62A9}" presName="horz1" presStyleCnt="0"/>
      <dgm:spPr/>
    </dgm:pt>
    <dgm:pt modelId="{D5843C5F-F3EB-4EFC-A542-C02057DC2658}" type="pres">
      <dgm:prSet presAssocID="{73F0141A-58C7-470C-899D-FF0F88FB62A9}" presName="tx1" presStyleLbl="revTx" presStyleIdx="12" presStyleCnt="14"/>
      <dgm:spPr/>
    </dgm:pt>
    <dgm:pt modelId="{0B4B6AA3-53FE-47D1-BCA3-3B281617FA97}" type="pres">
      <dgm:prSet presAssocID="{73F0141A-58C7-470C-899D-FF0F88FB62A9}" presName="vert1" presStyleCnt="0"/>
      <dgm:spPr/>
    </dgm:pt>
    <dgm:pt modelId="{F247AD84-D6BB-4D14-8115-DEC54C9592E6}" type="pres">
      <dgm:prSet presAssocID="{4C51B24B-BF3A-4A73-A041-371FDAFC9436}" presName="thickLine" presStyleLbl="alignNode1" presStyleIdx="13" presStyleCnt="14"/>
      <dgm:spPr/>
    </dgm:pt>
    <dgm:pt modelId="{89C643C7-9F73-445A-849C-CB41DBF038AB}" type="pres">
      <dgm:prSet presAssocID="{4C51B24B-BF3A-4A73-A041-371FDAFC9436}" presName="horz1" presStyleCnt="0"/>
      <dgm:spPr/>
    </dgm:pt>
    <dgm:pt modelId="{6E538D5C-2814-4AE7-8CF5-918A093D2AE7}" type="pres">
      <dgm:prSet presAssocID="{4C51B24B-BF3A-4A73-A041-371FDAFC9436}" presName="tx1" presStyleLbl="revTx" presStyleIdx="13" presStyleCnt="14"/>
      <dgm:spPr/>
    </dgm:pt>
    <dgm:pt modelId="{0D912911-DD68-40A8-9126-0B66A29DD20F}" type="pres">
      <dgm:prSet presAssocID="{4C51B24B-BF3A-4A73-A041-371FDAFC9436}" presName="vert1" presStyleCnt="0"/>
      <dgm:spPr/>
    </dgm:pt>
  </dgm:ptLst>
  <dgm:cxnLst>
    <dgm:cxn modelId="{804D0D02-D2E5-44B4-B338-40A0DFA5AF91}" srcId="{49A0341D-00D3-47DC-B4B2-D92589C6C302}" destId="{9C211A0F-BC8A-4EC4-83E8-D5500CF1A2E4}" srcOrd="10" destOrd="0" parTransId="{96D6B495-6742-4064-8854-F1143EDE6C75}" sibTransId="{165BAD0F-2EBD-4A0D-A29F-46B0652448CF}"/>
    <dgm:cxn modelId="{2E9D5D07-5811-46D6-9BFB-87945243F4B5}" srcId="{49A0341D-00D3-47DC-B4B2-D92589C6C302}" destId="{E4550BAC-1934-4F26-976D-3D9872F13AC7}" srcOrd="11" destOrd="0" parTransId="{3EDF3DBE-B8CF-46B1-ACF6-112BDDE0FF10}" sibTransId="{2115C2B3-DB95-4992-AD2E-5DBC3111DF88}"/>
    <dgm:cxn modelId="{25567D08-CF69-4CB7-8B64-9E2E0925B3DA}" type="presOf" srcId="{49A0341D-00D3-47DC-B4B2-D92589C6C302}" destId="{74612D59-55FE-4D57-94E5-625277C5E83A}" srcOrd="0" destOrd="0" presId="urn:microsoft.com/office/officeart/2008/layout/LinedList"/>
    <dgm:cxn modelId="{EEC07C0C-C15A-4D0C-9375-15F1720EEA44}" type="presOf" srcId="{6799AF85-6DA4-4654-B449-9114F8256733}" destId="{BD3C0A90-DF02-4F9E-A842-3C461BC5438F}" srcOrd="0" destOrd="0" presId="urn:microsoft.com/office/officeart/2008/layout/LinedList"/>
    <dgm:cxn modelId="{0857520D-F906-42F8-8B1E-68B7456A5C4A}" type="presOf" srcId="{C1CA99EF-5352-4B8B-A156-F3A26189E0A4}" destId="{A6FE1BDF-5584-47EF-8907-7CFD013C7FD2}" srcOrd="0" destOrd="0" presId="urn:microsoft.com/office/officeart/2008/layout/LinedList"/>
    <dgm:cxn modelId="{3B63DE0E-3CC5-4FD8-BA2B-0DCB4CBED9A1}" type="presOf" srcId="{1B281E8C-47EE-48D7-BAF7-DFC2FAE6C6C1}" destId="{1EF1FA39-88CC-471C-B619-71FD514CBAC5}" srcOrd="0" destOrd="0" presId="urn:microsoft.com/office/officeart/2008/layout/LinedList"/>
    <dgm:cxn modelId="{D3CCD711-44F8-44B0-8F1A-F3B4EF56790A}" type="presOf" srcId="{2E67BC41-9E3C-455F-B2BD-A08A0DC3A9E5}" destId="{341FC750-337F-4A9E-87C5-604049226C4D}" srcOrd="0" destOrd="0" presId="urn:microsoft.com/office/officeart/2008/layout/LinedList"/>
    <dgm:cxn modelId="{057C6D13-B1AB-4B00-B3AB-C67AA3EF39B3}" srcId="{49A0341D-00D3-47DC-B4B2-D92589C6C302}" destId="{4C51B24B-BF3A-4A73-A041-371FDAFC9436}" srcOrd="13" destOrd="0" parTransId="{26B273D0-23EF-4A11-ABB8-3FF21EDDB975}" sibTransId="{EDD71E4E-6ED8-4111-B94F-9F6663E985F7}"/>
    <dgm:cxn modelId="{A7A9F81D-C85E-4283-8F12-3668865F3605}" type="presOf" srcId="{29CB5200-CDEF-4051-B7A3-07C935DD7492}" destId="{0B7CB42C-097F-4291-8D82-516AC40BDD6C}" srcOrd="0" destOrd="0" presId="urn:microsoft.com/office/officeart/2008/layout/LinedList"/>
    <dgm:cxn modelId="{580D271E-5291-4A1E-AAFB-5A988F641E13}" srcId="{49A0341D-00D3-47DC-B4B2-D92589C6C302}" destId="{C1CA99EF-5352-4B8B-A156-F3A26189E0A4}" srcOrd="9" destOrd="0" parTransId="{821783D6-F9C1-4540-A081-E8B9984EEF1F}" sibTransId="{CA02F59B-4C3F-4236-940C-9E0E53274216}"/>
    <dgm:cxn modelId="{D3EA8620-F8AD-4597-AA2D-47A2AD67883A}" srcId="{49A0341D-00D3-47DC-B4B2-D92589C6C302}" destId="{470F78CC-AA04-4EA7-9DBB-267E6ACE8979}" srcOrd="2" destOrd="0" parTransId="{7BEBBEA8-9AAD-40CE-9237-E6966D185147}" sibTransId="{6153E9FE-3A62-4AFE-BF3F-68D62FBA38DD}"/>
    <dgm:cxn modelId="{30069E20-15A2-4EFB-A545-68470F6A98E7}" type="presOf" srcId="{E4550BAC-1934-4F26-976D-3D9872F13AC7}" destId="{71ADC4FE-CD55-4272-99E3-61C118813742}" srcOrd="0" destOrd="0" presId="urn:microsoft.com/office/officeart/2008/layout/LinedList"/>
    <dgm:cxn modelId="{AFD36323-1D93-4CC0-A0BE-51EE087DE007}" type="presOf" srcId="{9C211A0F-BC8A-4EC4-83E8-D5500CF1A2E4}" destId="{20EBD71F-E1FC-4439-8E79-88AE5FC78E2E}" srcOrd="0" destOrd="0" presId="urn:microsoft.com/office/officeart/2008/layout/LinedList"/>
    <dgm:cxn modelId="{17111F27-5932-43D2-ACB1-817F0A724E81}" srcId="{49A0341D-00D3-47DC-B4B2-D92589C6C302}" destId="{2E67BC41-9E3C-455F-B2BD-A08A0DC3A9E5}" srcOrd="4" destOrd="0" parTransId="{67962282-7151-4C92-B79E-BC72B7D1FE1B}" sibTransId="{81E055B1-1506-4C93-B575-AE04FF284116}"/>
    <dgm:cxn modelId="{5183C54A-1420-4E8A-8226-98DA101F6099}" srcId="{49A0341D-00D3-47DC-B4B2-D92589C6C302}" destId="{98F85565-2178-44F7-A1AE-DA2AF1B3A9F6}" srcOrd="5" destOrd="0" parTransId="{4B8245A6-8C5F-47F9-AF91-E911AF70A53B}" sibTransId="{C1DF2C6F-3723-46D0-9992-DF5927744B39}"/>
    <dgm:cxn modelId="{1FB25D72-B951-4175-8E8A-D7070AB4E988}" type="presOf" srcId="{A3018869-0C89-4A6E-80E0-E96D445577C0}" destId="{75D769F6-E06B-4896-A8EB-BA93553EFA00}" srcOrd="0" destOrd="0" presId="urn:microsoft.com/office/officeart/2008/layout/LinedList"/>
    <dgm:cxn modelId="{88909355-673A-466E-A1F2-70B525BE24F3}" type="presOf" srcId="{912EC3EF-877A-4943-A9FD-371BC492F0BD}" destId="{F5E7728D-2AAF-4E57-AFEB-07A0A7188948}" srcOrd="0" destOrd="0" presId="urn:microsoft.com/office/officeart/2008/layout/LinedList"/>
    <dgm:cxn modelId="{2CF9A98F-4D11-465F-9070-8A42D27A9F29}" type="presOf" srcId="{4C51B24B-BF3A-4A73-A041-371FDAFC9436}" destId="{6E538D5C-2814-4AE7-8CF5-918A093D2AE7}" srcOrd="0" destOrd="0" presId="urn:microsoft.com/office/officeart/2008/layout/LinedList"/>
    <dgm:cxn modelId="{2CC40892-A009-4159-9D74-F436DE193381}" type="presOf" srcId="{98F85565-2178-44F7-A1AE-DA2AF1B3A9F6}" destId="{EB4B9B65-BC97-44FA-A020-E3BD5E0EEE22}" srcOrd="0" destOrd="0" presId="urn:microsoft.com/office/officeart/2008/layout/LinedList"/>
    <dgm:cxn modelId="{821C1195-0AA0-4941-A743-53C37BC1F8D2}" srcId="{49A0341D-00D3-47DC-B4B2-D92589C6C302}" destId="{1B281E8C-47EE-48D7-BAF7-DFC2FAE6C6C1}" srcOrd="3" destOrd="0" parTransId="{E46FB7FF-C89B-4256-89C8-9B41D0FCC419}" sibTransId="{28AED401-BE45-4CE1-BD88-20130632BFC2}"/>
    <dgm:cxn modelId="{343A04A2-68B9-420E-A408-889E8A3DD72D}" type="presOf" srcId="{39CAC5A7-8CC3-449A-9353-AFB2368D0EDB}" destId="{C393BE32-75E7-4D21-8007-0B2E0EBF8168}" srcOrd="0" destOrd="0" presId="urn:microsoft.com/office/officeart/2008/layout/LinedList"/>
    <dgm:cxn modelId="{3052DDC0-9CDA-49BE-B11B-3DCAEA59ACC8}" srcId="{49A0341D-00D3-47DC-B4B2-D92589C6C302}" destId="{912EC3EF-877A-4943-A9FD-371BC492F0BD}" srcOrd="0" destOrd="0" parTransId="{AB7D80A4-9428-4DC5-B539-F8B11DABB22B}" sibTransId="{A696E2C5-BFE4-4A7F-A103-7289BF0C3197}"/>
    <dgm:cxn modelId="{BF4CD3C8-DB35-47E9-946F-A06578DB4769}" srcId="{49A0341D-00D3-47DC-B4B2-D92589C6C302}" destId="{6799AF85-6DA4-4654-B449-9114F8256733}" srcOrd="8" destOrd="0" parTransId="{5BD79E7C-E286-4E8B-9974-AFC4C0EB3D1A}" sibTransId="{4EB1DFE0-052F-4321-8272-1616568FA7E7}"/>
    <dgm:cxn modelId="{AA7FE3CE-3D14-48B0-B5CC-D8C6B0CB16FB}" srcId="{49A0341D-00D3-47DC-B4B2-D92589C6C302}" destId="{29CB5200-CDEF-4051-B7A3-07C935DD7492}" srcOrd="7" destOrd="0" parTransId="{D5CD2DC0-85E1-4CE9-8909-87E34B19F70B}" sibTransId="{B087D361-510F-497B-BDA5-572AB0E788CE}"/>
    <dgm:cxn modelId="{414E70D5-7380-45CB-835B-FBC332D5B2C4}" srcId="{49A0341D-00D3-47DC-B4B2-D92589C6C302}" destId="{73F0141A-58C7-470C-899D-FF0F88FB62A9}" srcOrd="12" destOrd="0" parTransId="{DDAB4838-9B6C-4557-AEBE-20C60D955C67}" sibTransId="{7ED4F539-3393-46B0-B969-A8313D62716A}"/>
    <dgm:cxn modelId="{0A89D2D8-B2F7-44B0-B9F2-033EF4896F82}" srcId="{49A0341D-00D3-47DC-B4B2-D92589C6C302}" destId="{39CAC5A7-8CC3-449A-9353-AFB2368D0EDB}" srcOrd="1" destOrd="0" parTransId="{E8C31233-B2C2-4797-8BE2-03C86275F5E9}" sibTransId="{78A5E3CB-C78C-4A3D-9D19-40798DD2F05F}"/>
    <dgm:cxn modelId="{875BEEE0-EB34-4F15-A9A1-28CAB0A166D2}" srcId="{49A0341D-00D3-47DC-B4B2-D92589C6C302}" destId="{A3018869-0C89-4A6E-80E0-E96D445577C0}" srcOrd="6" destOrd="0" parTransId="{93AFBF96-8BF8-445D-BB69-421AA09D5054}" sibTransId="{77618540-7B3B-4D37-917B-35F94A54145A}"/>
    <dgm:cxn modelId="{FCC2E7E3-2A61-4DA6-9D8A-D78684F5DD4B}" type="presOf" srcId="{73F0141A-58C7-470C-899D-FF0F88FB62A9}" destId="{D5843C5F-F3EB-4EFC-A542-C02057DC2658}" srcOrd="0" destOrd="0" presId="urn:microsoft.com/office/officeart/2008/layout/LinedList"/>
    <dgm:cxn modelId="{163C0BFA-8319-4A03-9EBD-C05644FE8B6C}" type="presOf" srcId="{470F78CC-AA04-4EA7-9DBB-267E6ACE8979}" destId="{930BAAF7-50CB-41BB-92C9-5C478F40CC31}" srcOrd="0" destOrd="0" presId="urn:microsoft.com/office/officeart/2008/layout/LinedList"/>
    <dgm:cxn modelId="{76667E48-8B8F-4053-B967-156169333BEA}" type="presParOf" srcId="{74612D59-55FE-4D57-94E5-625277C5E83A}" destId="{DDD15FA8-1E62-4E86-B136-55119C28A03F}" srcOrd="0" destOrd="0" presId="urn:microsoft.com/office/officeart/2008/layout/LinedList"/>
    <dgm:cxn modelId="{53D6736E-CB23-4AAE-B751-55326404E5A4}" type="presParOf" srcId="{74612D59-55FE-4D57-94E5-625277C5E83A}" destId="{2DFB46DD-C38A-4457-8B6B-1B9042926329}" srcOrd="1" destOrd="0" presId="urn:microsoft.com/office/officeart/2008/layout/LinedList"/>
    <dgm:cxn modelId="{CCCC2865-C2A7-4C2C-B9F7-1B0F4DF0C8AC}" type="presParOf" srcId="{2DFB46DD-C38A-4457-8B6B-1B9042926329}" destId="{F5E7728D-2AAF-4E57-AFEB-07A0A7188948}" srcOrd="0" destOrd="0" presId="urn:microsoft.com/office/officeart/2008/layout/LinedList"/>
    <dgm:cxn modelId="{217795C5-22F9-495F-A51F-D62A95F62262}" type="presParOf" srcId="{2DFB46DD-C38A-4457-8B6B-1B9042926329}" destId="{502C82C7-CDB0-4BC5-B13F-59C853FD39B5}" srcOrd="1" destOrd="0" presId="urn:microsoft.com/office/officeart/2008/layout/LinedList"/>
    <dgm:cxn modelId="{E3E712D0-DB15-449E-90C9-9B1BE45B2D7F}" type="presParOf" srcId="{74612D59-55FE-4D57-94E5-625277C5E83A}" destId="{A905A22A-6100-450F-8F2E-9377E8BDA615}" srcOrd="2" destOrd="0" presId="urn:microsoft.com/office/officeart/2008/layout/LinedList"/>
    <dgm:cxn modelId="{908BA5A6-9A9E-456C-8942-AB74BA7BBBDF}" type="presParOf" srcId="{74612D59-55FE-4D57-94E5-625277C5E83A}" destId="{96DC1083-E6E9-40BE-9458-3936040E357F}" srcOrd="3" destOrd="0" presId="urn:microsoft.com/office/officeart/2008/layout/LinedList"/>
    <dgm:cxn modelId="{78CBF2FC-DAEF-4DA7-938C-DEFF45AFB446}" type="presParOf" srcId="{96DC1083-E6E9-40BE-9458-3936040E357F}" destId="{C393BE32-75E7-4D21-8007-0B2E0EBF8168}" srcOrd="0" destOrd="0" presId="urn:microsoft.com/office/officeart/2008/layout/LinedList"/>
    <dgm:cxn modelId="{D9F48FFE-2F11-451B-B43B-520B7633BB46}" type="presParOf" srcId="{96DC1083-E6E9-40BE-9458-3936040E357F}" destId="{4309CE95-6AD0-42A8-8BAD-8946CF474B06}" srcOrd="1" destOrd="0" presId="urn:microsoft.com/office/officeart/2008/layout/LinedList"/>
    <dgm:cxn modelId="{A07B6191-A58E-44FB-B1CC-625E75F70DEA}" type="presParOf" srcId="{74612D59-55FE-4D57-94E5-625277C5E83A}" destId="{3F7388E8-5D55-4945-B864-DDC4011BB100}" srcOrd="4" destOrd="0" presId="urn:microsoft.com/office/officeart/2008/layout/LinedList"/>
    <dgm:cxn modelId="{57C670CA-81E0-4EFC-9788-068C549295DE}" type="presParOf" srcId="{74612D59-55FE-4D57-94E5-625277C5E83A}" destId="{A3E13979-154B-48E2-AF1B-2F14AD825263}" srcOrd="5" destOrd="0" presId="urn:microsoft.com/office/officeart/2008/layout/LinedList"/>
    <dgm:cxn modelId="{EC10887A-F370-4E8B-97BD-E8D223AD5466}" type="presParOf" srcId="{A3E13979-154B-48E2-AF1B-2F14AD825263}" destId="{930BAAF7-50CB-41BB-92C9-5C478F40CC31}" srcOrd="0" destOrd="0" presId="urn:microsoft.com/office/officeart/2008/layout/LinedList"/>
    <dgm:cxn modelId="{05FCAD9E-EFEC-43A7-A4EA-75E4F6677276}" type="presParOf" srcId="{A3E13979-154B-48E2-AF1B-2F14AD825263}" destId="{0DDA2836-421C-4B5F-A49B-47B7DB6926B8}" srcOrd="1" destOrd="0" presId="urn:microsoft.com/office/officeart/2008/layout/LinedList"/>
    <dgm:cxn modelId="{4F2EF89F-00BE-4D08-8658-20A60D3769F8}" type="presParOf" srcId="{74612D59-55FE-4D57-94E5-625277C5E83A}" destId="{7ED9B754-C2E8-4248-B1E6-50D2D02C98F9}" srcOrd="6" destOrd="0" presId="urn:microsoft.com/office/officeart/2008/layout/LinedList"/>
    <dgm:cxn modelId="{B47C573E-258A-499F-A308-AAADD2430259}" type="presParOf" srcId="{74612D59-55FE-4D57-94E5-625277C5E83A}" destId="{0180A26E-C711-48F5-AB83-9DCBF3013A96}" srcOrd="7" destOrd="0" presId="urn:microsoft.com/office/officeart/2008/layout/LinedList"/>
    <dgm:cxn modelId="{B06CA94C-8252-4C09-B4AC-E528545BEF4C}" type="presParOf" srcId="{0180A26E-C711-48F5-AB83-9DCBF3013A96}" destId="{1EF1FA39-88CC-471C-B619-71FD514CBAC5}" srcOrd="0" destOrd="0" presId="urn:microsoft.com/office/officeart/2008/layout/LinedList"/>
    <dgm:cxn modelId="{DC100BBC-B00F-47B4-8735-AE48E171149A}" type="presParOf" srcId="{0180A26E-C711-48F5-AB83-9DCBF3013A96}" destId="{06D2B802-E840-42B5-A4D4-1F85471ECBD4}" srcOrd="1" destOrd="0" presId="urn:microsoft.com/office/officeart/2008/layout/LinedList"/>
    <dgm:cxn modelId="{282B6DB4-1348-4265-B782-491F15B72E56}" type="presParOf" srcId="{74612D59-55FE-4D57-94E5-625277C5E83A}" destId="{21BC5C96-4E0A-424D-8855-C31B78E07092}" srcOrd="8" destOrd="0" presId="urn:microsoft.com/office/officeart/2008/layout/LinedList"/>
    <dgm:cxn modelId="{1CD21DCC-2766-4474-A89B-82C78EE08DCE}" type="presParOf" srcId="{74612D59-55FE-4D57-94E5-625277C5E83A}" destId="{15B8580F-AAB4-410A-BA7D-0EFC1467F67A}" srcOrd="9" destOrd="0" presId="urn:microsoft.com/office/officeart/2008/layout/LinedList"/>
    <dgm:cxn modelId="{8D2949C3-6A28-4C2F-908C-052CE90630FE}" type="presParOf" srcId="{15B8580F-AAB4-410A-BA7D-0EFC1467F67A}" destId="{341FC750-337F-4A9E-87C5-604049226C4D}" srcOrd="0" destOrd="0" presId="urn:microsoft.com/office/officeart/2008/layout/LinedList"/>
    <dgm:cxn modelId="{22940F4E-64BF-46EF-8B39-7B3050845333}" type="presParOf" srcId="{15B8580F-AAB4-410A-BA7D-0EFC1467F67A}" destId="{FB4A05FE-D5E9-423B-BEE1-4004A4702162}" srcOrd="1" destOrd="0" presId="urn:microsoft.com/office/officeart/2008/layout/LinedList"/>
    <dgm:cxn modelId="{5F91A899-6084-43AC-849E-336ECBB547AB}" type="presParOf" srcId="{74612D59-55FE-4D57-94E5-625277C5E83A}" destId="{A735682D-9085-4817-8C4B-251AF70F316A}" srcOrd="10" destOrd="0" presId="urn:microsoft.com/office/officeart/2008/layout/LinedList"/>
    <dgm:cxn modelId="{DBD2F28B-2555-4139-9FB0-B144D2080648}" type="presParOf" srcId="{74612D59-55FE-4D57-94E5-625277C5E83A}" destId="{2673321D-6568-4634-A440-D7C2B71EDD8B}" srcOrd="11" destOrd="0" presId="urn:microsoft.com/office/officeart/2008/layout/LinedList"/>
    <dgm:cxn modelId="{2A172DA4-2202-42AE-B892-AD2FC0B354F5}" type="presParOf" srcId="{2673321D-6568-4634-A440-D7C2B71EDD8B}" destId="{EB4B9B65-BC97-44FA-A020-E3BD5E0EEE22}" srcOrd="0" destOrd="0" presId="urn:microsoft.com/office/officeart/2008/layout/LinedList"/>
    <dgm:cxn modelId="{085C6E23-6559-40C2-B6A4-DE59E4EA558A}" type="presParOf" srcId="{2673321D-6568-4634-A440-D7C2B71EDD8B}" destId="{9494458F-1DF1-4C5D-B248-16E68E61B58B}" srcOrd="1" destOrd="0" presId="urn:microsoft.com/office/officeart/2008/layout/LinedList"/>
    <dgm:cxn modelId="{2B10747A-A44A-4E1A-BF10-16E28357E42F}" type="presParOf" srcId="{74612D59-55FE-4D57-94E5-625277C5E83A}" destId="{6DB00FB2-E40C-4B45-A820-527F41E7B84D}" srcOrd="12" destOrd="0" presId="urn:microsoft.com/office/officeart/2008/layout/LinedList"/>
    <dgm:cxn modelId="{70C8B26E-2C22-447B-B702-F7BF6B0DB0EC}" type="presParOf" srcId="{74612D59-55FE-4D57-94E5-625277C5E83A}" destId="{36AD8889-22A6-4BB1-83EB-7D7ACA33A68D}" srcOrd="13" destOrd="0" presId="urn:microsoft.com/office/officeart/2008/layout/LinedList"/>
    <dgm:cxn modelId="{39EB4D10-7691-409A-B2C1-0C46504368BE}" type="presParOf" srcId="{36AD8889-22A6-4BB1-83EB-7D7ACA33A68D}" destId="{75D769F6-E06B-4896-A8EB-BA93553EFA00}" srcOrd="0" destOrd="0" presId="urn:microsoft.com/office/officeart/2008/layout/LinedList"/>
    <dgm:cxn modelId="{148934F9-C1B2-424C-80BB-916CCDC01AD0}" type="presParOf" srcId="{36AD8889-22A6-4BB1-83EB-7D7ACA33A68D}" destId="{3B62FA4B-3C4D-4339-85FC-D7DC84CE644E}" srcOrd="1" destOrd="0" presId="urn:microsoft.com/office/officeart/2008/layout/LinedList"/>
    <dgm:cxn modelId="{E7E1191E-D435-48A7-9C4E-2DAE3863A038}" type="presParOf" srcId="{74612D59-55FE-4D57-94E5-625277C5E83A}" destId="{5DF13D2A-020E-48DA-8614-C04F00C2092B}" srcOrd="14" destOrd="0" presId="urn:microsoft.com/office/officeart/2008/layout/LinedList"/>
    <dgm:cxn modelId="{A794A78A-5D42-457B-A1C9-3F8EBF6A94BD}" type="presParOf" srcId="{74612D59-55FE-4D57-94E5-625277C5E83A}" destId="{D4BB13A6-59D2-429F-A1B2-DC64089D11E8}" srcOrd="15" destOrd="0" presId="urn:microsoft.com/office/officeart/2008/layout/LinedList"/>
    <dgm:cxn modelId="{3EE20C26-8358-45FB-B11D-36BED1850164}" type="presParOf" srcId="{D4BB13A6-59D2-429F-A1B2-DC64089D11E8}" destId="{0B7CB42C-097F-4291-8D82-516AC40BDD6C}" srcOrd="0" destOrd="0" presId="urn:microsoft.com/office/officeart/2008/layout/LinedList"/>
    <dgm:cxn modelId="{8601727C-BE10-40CE-AA33-CAA139B0C396}" type="presParOf" srcId="{D4BB13A6-59D2-429F-A1B2-DC64089D11E8}" destId="{D6BF5864-2944-4710-83E9-95B2CAC57145}" srcOrd="1" destOrd="0" presId="urn:microsoft.com/office/officeart/2008/layout/LinedList"/>
    <dgm:cxn modelId="{5D695FC8-15E3-4F51-8093-E21AC55C23A5}" type="presParOf" srcId="{74612D59-55FE-4D57-94E5-625277C5E83A}" destId="{32E57EDD-3D1B-4924-B052-020F9D3611BF}" srcOrd="16" destOrd="0" presId="urn:microsoft.com/office/officeart/2008/layout/LinedList"/>
    <dgm:cxn modelId="{5A103CE4-A7F7-45C8-B02F-9B2009CE30FB}" type="presParOf" srcId="{74612D59-55FE-4D57-94E5-625277C5E83A}" destId="{CD1A0EBF-4094-483C-8C75-064B21F74085}" srcOrd="17" destOrd="0" presId="urn:microsoft.com/office/officeart/2008/layout/LinedList"/>
    <dgm:cxn modelId="{C35AA745-D5DB-4367-AAA0-F9D9108E6BE6}" type="presParOf" srcId="{CD1A0EBF-4094-483C-8C75-064B21F74085}" destId="{BD3C0A90-DF02-4F9E-A842-3C461BC5438F}" srcOrd="0" destOrd="0" presId="urn:microsoft.com/office/officeart/2008/layout/LinedList"/>
    <dgm:cxn modelId="{0993AFAA-3F00-484D-955E-0AE89DB8F725}" type="presParOf" srcId="{CD1A0EBF-4094-483C-8C75-064B21F74085}" destId="{646DA62F-D80B-46FE-A9E5-2CBC6CC1B7DC}" srcOrd="1" destOrd="0" presId="urn:microsoft.com/office/officeart/2008/layout/LinedList"/>
    <dgm:cxn modelId="{AB20C4A6-FC77-4A99-9E58-450719D0EF5E}" type="presParOf" srcId="{74612D59-55FE-4D57-94E5-625277C5E83A}" destId="{3F46A88A-5BFF-40A6-B56B-2313664A30FC}" srcOrd="18" destOrd="0" presId="urn:microsoft.com/office/officeart/2008/layout/LinedList"/>
    <dgm:cxn modelId="{4A4D2807-F6B3-4A63-B826-EAD1D9EDCE29}" type="presParOf" srcId="{74612D59-55FE-4D57-94E5-625277C5E83A}" destId="{269ED1F7-EBF9-4229-8927-8A1B160501F1}" srcOrd="19" destOrd="0" presId="urn:microsoft.com/office/officeart/2008/layout/LinedList"/>
    <dgm:cxn modelId="{AFDDEDA9-537B-42E1-84B3-644299CDF695}" type="presParOf" srcId="{269ED1F7-EBF9-4229-8927-8A1B160501F1}" destId="{A6FE1BDF-5584-47EF-8907-7CFD013C7FD2}" srcOrd="0" destOrd="0" presId="urn:microsoft.com/office/officeart/2008/layout/LinedList"/>
    <dgm:cxn modelId="{E211C50F-0197-4C3A-9DF0-A5A791455C73}" type="presParOf" srcId="{269ED1F7-EBF9-4229-8927-8A1B160501F1}" destId="{30E839BF-1070-4E8D-BD9B-BB084D903225}" srcOrd="1" destOrd="0" presId="urn:microsoft.com/office/officeart/2008/layout/LinedList"/>
    <dgm:cxn modelId="{CD5FBDE1-7FA4-4067-BC55-3804DD539D20}" type="presParOf" srcId="{74612D59-55FE-4D57-94E5-625277C5E83A}" destId="{D6AEB153-576F-41A0-A629-BB29BD74EF8B}" srcOrd="20" destOrd="0" presId="urn:microsoft.com/office/officeart/2008/layout/LinedList"/>
    <dgm:cxn modelId="{C439472A-2C1E-445E-BEA0-3304F8D2C8BB}" type="presParOf" srcId="{74612D59-55FE-4D57-94E5-625277C5E83A}" destId="{DBF1B84D-8A9A-41B5-A9C8-D9E2AE641D73}" srcOrd="21" destOrd="0" presId="urn:microsoft.com/office/officeart/2008/layout/LinedList"/>
    <dgm:cxn modelId="{A0C2D71F-E58B-4318-AC9A-FE6C833A5F26}" type="presParOf" srcId="{DBF1B84D-8A9A-41B5-A9C8-D9E2AE641D73}" destId="{20EBD71F-E1FC-4439-8E79-88AE5FC78E2E}" srcOrd="0" destOrd="0" presId="urn:microsoft.com/office/officeart/2008/layout/LinedList"/>
    <dgm:cxn modelId="{53793418-A600-4A55-8046-6B1943ACF2A5}" type="presParOf" srcId="{DBF1B84D-8A9A-41B5-A9C8-D9E2AE641D73}" destId="{F2F5BB21-967B-4A14-8E0C-D26F4B52FBFA}" srcOrd="1" destOrd="0" presId="urn:microsoft.com/office/officeart/2008/layout/LinedList"/>
    <dgm:cxn modelId="{8814F258-4C92-472F-8EDD-223BB6E105B4}" type="presParOf" srcId="{74612D59-55FE-4D57-94E5-625277C5E83A}" destId="{C1B8E5AB-6579-4864-8844-0D717E1B4444}" srcOrd="22" destOrd="0" presId="urn:microsoft.com/office/officeart/2008/layout/LinedList"/>
    <dgm:cxn modelId="{66E805F6-8B74-445F-8999-2DB778B807CC}" type="presParOf" srcId="{74612D59-55FE-4D57-94E5-625277C5E83A}" destId="{CFDFB769-94E5-46C2-A217-7A5849540B0A}" srcOrd="23" destOrd="0" presId="urn:microsoft.com/office/officeart/2008/layout/LinedList"/>
    <dgm:cxn modelId="{99F384EA-ADFD-424A-9AFB-BC9276D84E5C}" type="presParOf" srcId="{CFDFB769-94E5-46C2-A217-7A5849540B0A}" destId="{71ADC4FE-CD55-4272-99E3-61C118813742}" srcOrd="0" destOrd="0" presId="urn:microsoft.com/office/officeart/2008/layout/LinedList"/>
    <dgm:cxn modelId="{2C7E3CFC-0DA3-49A6-9ABD-F76F827C7ECD}" type="presParOf" srcId="{CFDFB769-94E5-46C2-A217-7A5849540B0A}" destId="{6F2C79E3-2093-41EB-ACEE-43585EC4002D}" srcOrd="1" destOrd="0" presId="urn:microsoft.com/office/officeart/2008/layout/LinedList"/>
    <dgm:cxn modelId="{E0FB2AB9-E361-4B13-89D4-75213201A99E}" type="presParOf" srcId="{74612D59-55FE-4D57-94E5-625277C5E83A}" destId="{F7EACBB2-C1E0-4683-BAD6-4816B5DCF90C}" srcOrd="24" destOrd="0" presId="urn:microsoft.com/office/officeart/2008/layout/LinedList"/>
    <dgm:cxn modelId="{C7C72102-780D-43DC-B1C0-A7487C040BAD}" type="presParOf" srcId="{74612D59-55FE-4D57-94E5-625277C5E83A}" destId="{2243D32B-FA42-44D1-8EBB-5FBD573521C6}" srcOrd="25" destOrd="0" presId="urn:microsoft.com/office/officeart/2008/layout/LinedList"/>
    <dgm:cxn modelId="{B6A92AE5-32EE-4B78-897E-7AD6AA60E04E}" type="presParOf" srcId="{2243D32B-FA42-44D1-8EBB-5FBD573521C6}" destId="{D5843C5F-F3EB-4EFC-A542-C02057DC2658}" srcOrd="0" destOrd="0" presId="urn:microsoft.com/office/officeart/2008/layout/LinedList"/>
    <dgm:cxn modelId="{7985CFA1-D906-4BD6-AB1A-7C8ABFB085C0}" type="presParOf" srcId="{2243D32B-FA42-44D1-8EBB-5FBD573521C6}" destId="{0B4B6AA3-53FE-47D1-BCA3-3B281617FA97}" srcOrd="1" destOrd="0" presId="urn:microsoft.com/office/officeart/2008/layout/LinedList"/>
    <dgm:cxn modelId="{17F5BC4C-6A13-4886-8222-2F02EE66BF80}" type="presParOf" srcId="{74612D59-55FE-4D57-94E5-625277C5E83A}" destId="{F247AD84-D6BB-4D14-8115-DEC54C9592E6}" srcOrd="26" destOrd="0" presId="urn:microsoft.com/office/officeart/2008/layout/LinedList"/>
    <dgm:cxn modelId="{9EF1FFE8-B2BB-4499-9A44-411D7785826D}" type="presParOf" srcId="{74612D59-55FE-4D57-94E5-625277C5E83A}" destId="{89C643C7-9F73-445A-849C-CB41DBF038AB}" srcOrd="27" destOrd="0" presId="urn:microsoft.com/office/officeart/2008/layout/LinedList"/>
    <dgm:cxn modelId="{3DF083F3-0E07-490B-9E72-0C5868D61FBA}" type="presParOf" srcId="{89C643C7-9F73-445A-849C-CB41DBF038AB}" destId="{6E538D5C-2814-4AE7-8CF5-918A093D2AE7}" srcOrd="0" destOrd="0" presId="urn:microsoft.com/office/officeart/2008/layout/LinedList"/>
    <dgm:cxn modelId="{BEE193A4-19B8-49C2-AB8D-F37B247527A7}" type="presParOf" srcId="{89C643C7-9F73-445A-849C-CB41DBF038AB}" destId="{0D912911-DD68-40A8-9126-0B66A29DD20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0F14DBD-158A-4CE8-AF93-DE3F9F459DD4}" type="doc">
      <dgm:prSet loTypeId="urn:microsoft.com/office/officeart/2008/layout/LinedList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4F6A26C3-67C7-41E0-8DEF-9F982BD19A3D}">
      <dgm:prSet/>
      <dgm:spPr/>
      <dgm:t>
        <a:bodyPr/>
        <a:lstStyle/>
        <a:p>
          <a:r>
            <a:rPr lang="ro-RO"/>
            <a:t>Redimensionare la o rezoluție fixă (224×224) pentru compatibilitate cu backbone CNN</a:t>
          </a:r>
          <a:endParaRPr lang="en-US"/>
        </a:p>
      </dgm:t>
    </dgm:pt>
    <dgm:pt modelId="{057AFD80-FA14-4B59-A02E-72F3300B57FA}" type="parTrans" cxnId="{F067D284-2CD2-49CA-9224-2339363DF3CC}">
      <dgm:prSet/>
      <dgm:spPr/>
      <dgm:t>
        <a:bodyPr/>
        <a:lstStyle/>
        <a:p>
          <a:endParaRPr lang="en-US"/>
        </a:p>
      </dgm:t>
    </dgm:pt>
    <dgm:pt modelId="{684F8697-1D07-4006-943B-6BAB59852CE0}" type="sibTrans" cxnId="{F067D284-2CD2-49CA-9224-2339363DF3CC}">
      <dgm:prSet/>
      <dgm:spPr/>
      <dgm:t>
        <a:bodyPr/>
        <a:lstStyle/>
        <a:p>
          <a:endParaRPr lang="en-US"/>
        </a:p>
      </dgm:t>
    </dgm:pt>
    <dgm:pt modelId="{EFDB33A8-D608-49EF-9AE1-73DB25C69D71}">
      <dgm:prSet/>
      <dgm:spPr/>
      <dgm:t>
        <a:bodyPr/>
        <a:lstStyle/>
        <a:p>
          <a:r>
            <a:rPr lang="ro-RO"/>
            <a:t>Conversia imaginii în tensor (format numeric) și normalizarea canalelor RGB</a:t>
          </a:r>
          <a:endParaRPr lang="en-US"/>
        </a:p>
      </dgm:t>
    </dgm:pt>
    <dgm:pt modelId="{0D7F9463-C110-472E-B360-6325459CAFF9}" type="parTrans" cxnId="{30F176B1-3E91-4DCC-820F-23489CA41649}">
      <dgm:prSet/>
      <dgm:spPr/>
      <dgm:t>
        <a:bodyPr/>
        <a:lstStyle/>
        <a:p>
          <a:endParaRPr lang="en-US"/>
        </a:p>
      </dgm:t>
    </dgm:pt>
    <dgm:pt modelId="{A8F4C6E0-1A5F-4164-865F-7835188778C4}" type="sibTrans" cxnId="{30F176B1-3E91-4DCC-820F-23489CA41649}">
      <dgm:prSet/>
      <dgm:spPr/>
      <dgm:t>
        <a:bodyPr/>
        <a:lstStyle/>
        <a:p>
          <a:endParaRPr lang="en-US"/>
        </a:p>
      </dgm:t>
    </dgm:pt>
    <dgm:pt modelId="{1CA49857-48A8-4E23-8600-FF05DB5B0DB6}">
      <dgm:prSet/>
      <dgm:spPr/>
      <dgm:t>
        <a:bodyPr/>
        <a:lstStyle/>
        <a:p>
          <a:r>
            <a:rPr lang="ro-RO"/>
            <a:t>Normalizarea (mean/std ImageNet) pentru stabilitatea antrenării și compatibilitate cu modele pre-antrenate</a:t>
          </a:r>
          <a:endParaRPr lang="en-US"/>
        </a:p>
      </dgm:t>
    </dgm:pt>
    <dgm:pt modelId="{F749BBF5-7DF3-4D7C-B879-6CFDDCFF9269}" type="parTrans" cxnId="{EC5631D0-D1EB-4491-8D0A-790E499A1320}">
      <dgm:prSet/>
      <dgm:spPr/>
      <dgm:t>
        <a:bodyPr/>
        <a:lstStyle/>
        <a:p>
          <a:endParaRPr lang="en-US"/>
        </a:p>
      </dgm:t>
    </dgm:pt>
    <dgm:pt modelId="{0892083F-EB73-49B7-BA28-AD635B9CFBD8}" type="sibTrans" cxnId="{EC5631D0-D1EB-4491-8D0A-790E499A1320}">
      <dgm:prSet/>
      <dgm:spPr/>
      <dgm:t>
        <a:bodyPr/>
        <a:lstStyle/>
        <a:p>
          <a:endParaRPr lang="en-US"/>
        </a:p>
      </dgm:t>
    </dgm:pt>
    <dgm:pt modelId="{BEA1780E-2627-4489-BE4C-10EF481D5DC4}">
      <dgm:prSet/>
      <dgm:spPr/>
      <dgm:t>
        <a:bodyPr/>
        <a:lstStyle/>
        <a:p>
          <a:r>
            <a:rPr lang="ro-RO"/>
            <a:t>Separarea transformărilor: pipeline specific train vs. pipeline specific validation</a:t>
          </a:r>
          <a:endParaRPr lang="en-US"/>
        </a:p>
      </dgm:t>
    </dgm:pt>
    <dgm:pt modelId="{AF4DEEBD-BE83-4A0F-B77F-E0BFC3768F41}" type="parTrans" cxnId="{5F2FD870-1304-4A06-A0C9-41E78B404EC1}">
      <dgm:prSet/>
      <dgm:spPr/>
      <dgm:t>
        <a:bodyPr/>
        <a:lstStyle/>
        <a:p>
          <a:endParaRPr lang="en-US"/>
        </a:p>
      </dgm:t>
    </dgm:pt>
    <dgm:pt modelId="{8C0623EA-FD82-47AB-8899-371BFA7C5E0C}" type="sibTrans" cxnId="{5F2FD870-1304-4A06-A0C9-41E78B404EC1}">
      <dgm:prSet/>
      <dgm:spPr/>
      <dgm:t>
        <a:bodyPr/>
        <a:lstStyle/>
        <a:p>
          <a:endParaRPr lang="en-US"/>
        </a:p>
      </dgm:t>
    </dgm:pt>
    <dgm:pt modelId="{3E82FD0C-343A-4AEB-A516-3107E2A48AD5}" type="pres">
      <dgm:prSet presAssocID="{80F14DBD-158A-4CE8-AF93-DE3F9F459DD4}" presName="vert0" presStyleCnt="0">
        <dgm:presLayoutVars>
          <dgm:dir/>
          <dgm:animOne val="branch"/>
          <dgm:animLvl val="lvl"/>
        </dgm:presLayoutVars>
      </dgm:prSet>
      <dgm:spPr/>
    </dgm:pt>
    <dgm:pt modelId="{D1B1FA41-0BD7-4210-8AA9-AD5F314E905D}" type="pres">
      <dgm:prSet presAssocID="{4F6A26C3-67C7-41E0-8DEF-9F982BD19A3D}" presName="thickLine" presStyleLbl="alignNode1" presStyleIdx="0" presStyleCnt="4"/>
      <dgm:spPr/>
    </dgm:pt>
    <dgm:pt modelId="{B5CBDC2F-EEFA-42AE-83C6-2E7D08EFF4C3}" type="pres">
      <dgm:prSet presAssocID="{4F6A26C3-67C7-41E0-8DEF-9F982BD19A3D}" presName="horz1" presStyleCnt="0"/>
      <dgm:spPr/>
    </dgm:pt>
    <dgm:pt modelId="{A23060D2-CF71-450B-B7BE-CD35A2DADE60}" type="pres">
      <dgm:prSet presAssocID="{4F6A26C3-67C7-41E0-8DEF-9F982BD19A3D}" presName="tx1" presStyleLbl="revTx" presStyleIdx="0" presStyleCnt="4"/>
      <dgm:spPr/>
    </dgm:pt>
    <dgm:pt modelId="{8C6C2E54-BDC2-48C1-B142-8312605DAC2D}" type="pres">
      <dgm:prSet presAssocID="{4F6A26C3-67C7-41E0-8DEF-9F982BD19A3D}" presName="vert1" presStyleCnt="0"/>
      <dgm:spPr/>
    </dgm:pt>
    <dgm:pt modelId="{9A6F325E-085C-4698-ADA3-49B8C229BC32}" type="pres">
      <dgm:prSet presAssocID="{EFDB33A8-D608-49EF-9AE1-73DB25C69D71}" presName="thickLine" presStyleLbl="alignNode1" presStyleIdx="1" presStyleCnt="4"/>
      <dgm:spPr/>
    </dgm:pt>
    <dgm:pt modelId="{9BAE347C-C9EB-46B5-8F66-2002A0B02F12}" type="pres">
      <dgm:prSet presAssocID="{EFDB33A8-D608-49EF-9AE1-73DB25C69D71}" presName="horz1" presStyleCnt="0"/>
      <dgm:spPr/>
    </dgm:pt>
    <dgm:pt modelId="{185F67BD-78BC-4436-AC59-D24777F429A2}" type="pres">
      <dgm:prSet presAssocID="{EFDB33A8-D608-49EF-9AE1-73DB25C69D71}" presName="tx1" presStyleLbl="revTx" presStyleIdx="1" presStyleCnt="4"/>
      <dgm:spPr/>
    </dgm:pt>
    <dgm:pt modelId="{36F7BB84-F5AC-4394-A238-81DF8594D81B}" type="pres">
      <dgm:prSet presAssocID="{EFDB33A8-D608-49EF-9AE1-73DB25C69D71}" presName="vert1" presStyleCnt="0"/>
      <dgm:spPr/>
    </dgm:pt>
    <dgm:pt modelId="{1A525FF7-7AC5-4FAC-8A2E-316119376616}" type="pres">
      <dgm:prSet presAssocID="{1CA49857-48A8-4E23-8600-FF05DB5B0DB6}" presName="thickLine" presStyleLbl="alignNode1" presStyleIdx="2" presStyleCnt="4"/>
      <dgm:spPr/>
    </dgm:pt>
    <dgm:pt modelId="{77B4D507-5719-4898-987C-2DCF21BF0766}" type="pres">
      <dgm:prSet presAssocID="{1CA49857-48A8-4E23-8600-FF05DB5B0DB6}" presName="horz1" presStyleCnt="0"/>
      <dgm:spPr/>
    </dgm:pt>
    <dgm:pt modelId="{1AA9000E-FC4E-4C5F-8F3B-531EDCE09D8C}" type="pres">
      <dgm:prSet presAssocID="{1CA49857-48A8-4E23-8600-FF05DB5B0DB6}" presName="tx1" presStyleLbl="revTx" presStyleIdx="2" presStyleCnt="4"/>
      <dgm:spPr/>
    </dgm:pt>
    <dgm:pt modelId="{06D1A972-6AFE-4065-BD0D-C814E86E53C9}" type="pres">
      <dgm:prSet presAssocID="{1CA49857-48A8-4E23-8600-FF05DB5B0DB6}" presName="vert1" presStyleCnt="0"/>
      <dgm:spPr/>
    </dgm:pt>
    <dgm:pt modelId="{888C1E31-765B-4AFB-8328-C3115DD06E1E}" type="pres">
      <dgm:prSet presAssocID="{BEA1780E-2627-4489-BE4C-10EF481D5DC4}" presName="thickLine" presStyleLbl="alignNode1" presStyleIdx="3" presStyleCnt="4"/>
      <dgm:spPr/>
    </dgm:pt>
    <dgm:pt modelId="{7588B3DC-101E-425C-9B34-878D71270DF2}" type="pres">
      <dgm:prSet presAssocID="{BEA1780E-2627-4489-BE4C-10EF481D5DC4}" presName="horz1" presStyleCnt="0"/>
      <dgm:spPr/>
    </dgm:pt>
    <dgm:pt modelId="{4264B4CD-121F-4F01-A8CE-DD89C7D165C4}" type="pres">
      <dgm:prSet presAssocID="{BEA1780E-2627-4489-BE4C-10EF481D5DC4}" presName="tx1" presStyleLbl="revTx" presStyleIdx="3" presStyleCnt="4"/>
      <dgm:spPr/>
    </dgm:pt>
    <dgm:pt modelId="{1688A88F-3DA7-4AC7-AAA4-BC49C3B1171D}" type="pres">
      <dgm:prSet presAssocID="{BEA1780E-2627-4489-BE4C-10EF481D5DC4}" presName="vert1" presStyleCnt="0"/>
      <dgm:spPr/>
    </dgm:pt>
  </dgm:ptLst>
  <dgm:cxnLst>
    <dgm:cxn modelId="{1602170C-12C8-4B50-B5A3-F3338D44C8D7}" type="presOf" srcId="{EFDB33A8-D608-49EF-9AE1-73DB25C69D71}" destId="{185F67BD-78BC-4436-AC59-D24777F429A2}" srcOrd="0" destOrd="0" presId="urn:microsoft.com/office/officeart/2008/layout/LinedList"/>
    <dgm:cxn modelId="{77BA2313-2608-47A5-A127-ABAAD780E4FF}" type="presOf" srcId="{BEA1780E-2627-4489-BE4C-10EF481D5DC4}" destId="{4264B4CD-121F-4F01-A8CE-DD89C7D165C4}" srcOrd="0" destOrd="0" presId="urn:microsoft.com/office/officeart/2008/layout/LinedList"/>
    <dgm:cxn modelId="{8C1BA427-62EA-4B08-AA60-00400DD91B64}" type="presOf" srcId="{1CA49857-48A8-4E23-8600-FF05DB5B0DB6}" destId="{1AA9000E-FC4E-4C5F-8F3B-531EDCE09D8C}" srcOrd="0" destOrd="0" presId="urn:microsoft.com/office/officeart/2008/layout/LinedList"/>
    <dgm:cxn modelId="{6E009A50-A0BF-412F-AE67-43D071602C0A}" type="presOf" srcId="{80F14DBD-158A-4CE8-AF93-DE3F9F459DD4}" destId="{3E82FD0C-343A-4AEB-A516-3107E2A48AD5}" srcOrd="0" destOrd="0" presId="urn:microsoft.com/office/officeart/2008/layout/LinedList"/>
    <dgm:cxn modelId="{5F2FD870-1304-4A06-A0C9-41E78B404EC1}" srcId="{80F14DBD-158A-4CE8-AF93-DE3F9F459DD4}" destId="{BEA1780E-2627-4489-BE4C-10EF481D5DC4}" srcOrd="3" destOrd="0" parTransId="{AF4DEEBD-BE83-4A0F-B77F-E0BFC3768F41}" sibTransId="{8C0623EA-FD82-47AB-8899-371BFA7C5E0C}"/>
    <dgm:cxn modelId="{F067D284-2CD2-49CA-9224-2339363DF3CC}" srcId="{80F14DBD-158A-4CE8-AF93-DE3F9F459DD4}" destId="{4F6A26C3-67C7-41E0-8DEF-9F982BD19A3D}" srcOrd="0" destOrd="0" parTransId="{057AFD80-FA14-4B59-A02E-72F3300B57FA}" sibTransId="{684F8697-1D07-4006-943B-6BAB59852CE0}"/>
    <dgm:cxn modelId="{30F176B1-3E91-4DCC-820F-23489CA41649}" srcId="{80F14DBD-158A-4CE8-AF93-DE3F9F459DD4}" destId="{EFDB33A8-D608-49EF-9AE1-73DB25C69D71}" srcOrd="1" destOrd="0" parTransId="{0D7F9463-C110-472E-B360-6325459CAFF9}" sibTransId="{A8F4C6E0-1A5F-4164-865F-7835188778C4}"/>
    <dgm:cxn modelId="{74E541CC-5D45-4819-93AC-F3B140DB66A5}" type="presOf" srcId="{4F6A26C3-67C7-41E0-8DEF-9F982BD19A3D}" destId="{A23060D2-CF71-450B-B7BE-CD35A2DADE60}" srcOrd="0" destOrd="0" presId="urn:microsoft.com/office/officeart/2008/layout/LinedList"/>
    <dgm:cxn modelId="{EC5631D0-D1EB-4491-8D0A-790E499A1320}" srcId="{80F14DBD-158A-4CE8-AF93-DE3F9F459DD4}" destId="{1CA49857-48A8-4E23-8600-FF05DB5B0DB6}" srcOrd="2" destOrd="0" parTransId="{F749BBF5-7DF3-4D7C-B879-6CFDDCFF9269}" sibTransId="{0892083F-EB73-49B7-BA28-AD635B9CFBD8}"/>
    <dgm:cxn modelId="{06E7DF53-4E5F-4972-9DAF-9D394DD88779}" type="presParOf" srcId="{3E82FD0C-343A-4AEB-A516-3107E2A48AD5}" destId="{D1B1FA41-0BD7-4210-8AA9-AD5F314E905D}" srcOrd="0" destOrd="0" presId="urn:microsoft.com/office/officeart/2008/layout/LinedList"/>
    <dgm:cxn modelId="{65FF7EC7-D13A-4845-A655-1B1566979EC4}" type="presParOf" srcId="{3E82FD0C-343A-4AEB-A516-3107E2A48AD5}" destId="{B5CBDC2F-EEFA-42AE-83C6-2E7D08EFF4C3}" srcOrd="1" destOrd="0" presId="urn:microsoft.com/office/officeart/2008/layout/LinedList"/>
    <dgm:cxn modelId="{853A28EB-0D21-404C-A088-52A6160BA684}" type="presParOf" srcId="{B5CBDC2F-EEFA-42AE-83C6-2E7D08EFF4C3}" destId="{A23060D2-CF71-450B-B7BE-CD35A2DADE60}" srcOrd="0" destOrd="0" presId="urn:microsoft.com/office/officeart/2008/layout/LinedList"/>
    <dgm:cxn modelId="{AB509E12-9A9D-492F-ACA9-8D07242F3668}" type="presParOf" srcId="{B5CBDC2F-EEFA-42AE-83C6-2E7D08EFF4C3}" destId="{8C6C2E54-BDC2-48C1-B142-8312605DAC2D}" srcOrd="1" destOrd="0" presId="urn:microsoft.com/office/officeart/2008/layout/LinedList"/>
    <dgm:cxn modelId="{EC8F6000-F33E-404E-B59A-35FCCD2ECE80}" type="presParOf" srcId="{3E82FD0C-343A-4AEB-A516-3107E2A48AD5}" destId="{9A6F325E-085C-4698-ADA3-49B8C229BC32}" srcOrd="2" destOrd="0" presId="urn:microsoft.com/office/officeart/2008/layout/LinedList"/>
    <dgm:cxn modelId="{6E6AEE95-45F1-40AB-805F-D665AFAED757}" type="presParOf" srcId="{3E82FD0C-343A-4AEB-A516-3107E2A48AD5}" destId="{9BAE347C-C9EB-46B5-8F66-2002A0B02F12}" srcOrd="3" destOrd="0" presId="urn:microsoft.com/office/officeart/2008/layout/LinedList"/>
    <dgm:cxn modelId="{312C1088-815C-41A2-B335-87BB8BC4D5F2}" type="presParOf" srcId="{9BAE347C-C9EB-46B5-8F66-2002A0B02F12}" destId="{185F67BD-78BC-4436-AC59-D24777F429A2}" srcOrd="0" destOrd="0" presId="urn:microsoft.com/office/officeart/2008/layout/LinedList"/>
    <dgm:cxn modelId="{19E9F764-A52C-4BBB-A564-400CD41CCEEB}" type="presParOf" srcId="{9BAE347C-C9EB-46B5-8F66-2002A0B02F12}" destId="{36F7BB84-F5AC-4394-A238-81DF8594D81B}" srcOrd="1" destOrd="0" presId="urn:microsoft.com/office/officeart/2008/layout/LinedList"/>
    <dgm:cxn modelId="{EE69A50B-2462-47FC-ADB6-39F767093963}" type="presParOf" srcId="{3E82FD0C-343A-4AEB-A516-3107E2A48AD5}" destId="{1A525FF7-7AC5-4FAC-8A2E-316119376616}" srcOrd="4" destOrd="0" presId="urn:microsoft.com/office/officeart/2008/layout/LinedList"/>
    <dgm:cxn modelId="{ED247738-A8BC-437C-8D2C-0DB5CE6C4445}" type="presParOf" srcId="{3E82FD0C-343A-4AEB-A516-3107E2A48AD5}" destId="{77B4D507-5719-4898-987C-2DCF21BF0766}" srcOrd="5" destOrd="0" presId="urn:microsoft.com/office/officeart/2008/layout/LinedList"/>
    <dgm:cxn modelId="{180C1494-8ECA-421B-8986-AF7B383D51A9}" type="presParOf" srcId="{77B4D507-5719-4898-987C-2DCF21BF0766}" destId="{1AA9000E-FC4E-4C5F-8F3B-531EDCE09D8C}" srcOrd="0" destOrd="0" presId="urn:microsoft.com/office/officeart/2008/layout/LinedList"/>
    <dgm:cxn modelId="{B3961DB9-B1CD-49F3-81E8-B492AD04BB8F}" type="presParOf" srcId="{77B4D507-5719-4898-987C-2DCF21BF0766}" destId="{06D1A972-6AFE-4065-BD0D-C814E86E53C9}" srcOrd="1" destOrd="0" presId="urn:microsoft.com/office/officeart/2008/layout/LinedList"/>
    <dgm:cxn modelId="{39F7E157-95D2-4230-966B-1A71FCC6FE09}" type="presParOf" srcId="{3E82FD0C-343A-4AEB-A516-3107E2A48AD5}" destId="{888C1E31-765B-4AFB-8328-C3115DD06E1E}" srcOrd="6" destOrd="0" presId="urn:microsoft.com/office/officeart/2008/layout/LinedList"/>
    <dgm:cxn modelId="{F4462488-570C-4F46-8D81-607AA8392594}" type="presParOf" srcId="{3E82FD0C-343A-4AEB-A516-3107E2A48AD5}" destId="{7588B3DC-101E-425C-9B34-878D71270DF2}" srcOrd="7" destOrd="0" presId="urn:microsoft.com/office/officeart/2008/layout/LinedList"/>
    <dgm:cxn modelId="{0B66760C-F7D3-4EC3-BE4F-9A98A2E40173}" type="presParOf" srcId="{7588B3DC-101E-425C-9B34-878D71270DF2}" destId="{4264B4CD-121F-4F01-A8CE-DD89C7D165C4}" srcOrd="0" destOrd="0" presId="urn:microsoft.com/office/officeart/2008/layout/LinedList"/>
    <dgm:cxn modelId="{E9D1247C-737B-4430-8D41-BFD55A40F230}" type="presParOf" srcId="{7588B3DC-101E-425C-9B34-878D71270DF2}" destId="{1688A88F-3DA7-4AC7-AAA4-BC49C3B1171D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6546CA6-4E78-4AC7-8B7A-94FBC2434CFF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795E4383-68C9-4B92-A463-2CB825D17AA4}">
      <dgm:prSet/>
      <dgm:spPr/>
      <dgm:t>
        <a:bodyPr/>
        <a:lstStyle/>
        <a:p>
          <a:r>
            <a:rPr lang="ro-RO" b="0" i="0" baseline="0" dirty="0"/>
            <a:t>Limitare: absența etichetelor → negativele </a:t>
          </a:r>
          <a:r>
            <a:rPr lang="ro-RO" b="0" i="0" baseline="0" dirty="0" err="1"/>
            <a:t>aleatoare</a:t>
          </a:r>
          <a:r>
            <a:rPr lang="ro-RO" b="0" i="0" baseline="0" dirty="0"/>
            <a:t> pot fi uneori „false </a:t>
          </a:r>
          <a:r>
            <a:rPr lang="ro-RO" b="0" i="0" baseline="0" dirty="0" err="1"/>
            <a:t>negatives</a:t>
          </a:r>
          <a:r>
            <a:rPr lang="ro-RO" b="0" i="0" baseline="0" dirty="0"/>
            <a:t>”</a:t>
          </a:r>
          <a:endParaRPr lang="en-US" dirty="0"/>
        </a:p>
      </dgm:t>
    </dgm:pt>
    <dgm:pt modelId="{1C6219A3-4C50-4890-AFB9-CECB1B1B4A34}" type="parTrans" cxnId="{DC077FF8-51C5-496D-B775-F7491410F3E8}">
      <dgm:prSet/>
      <dgm:spPr/>
      <dgm:t>
        <a:bodyPr/>
        <a:lstStyle/>
        <a:p>
          <a:endParaRPr lang="en-US"/>
        </a:p>
      </dgm:t>
    </dgm:pt>
    <dgm:pt modelId="{C229652A-C94E-45AA-BBC8-7790A476C92E}" type="sibTrans" cxnId="{DC077FF8-51C5-496D-B775-F7491410F3E8}">
      <dgm:prSet/>
      <dgm:spPr/>
      <dgm:t>
        <a:bodyPr/>
        <a:lstStyle/>
        <a:p>
          <a:endParaRPr lang="en-US"/>
        </a:p>
      </dgm:t>
    </dgm:pt>
    <dgm:pt modelId="{3D0B1FB0-4DBD-4B39-BC4A-769F1DC1A861}">
      <dgm:prSet/>
      <dgm:spPr/>
      <dgm:t>
        <a:bodyPr/>
        <a:lstStyle/>
        <a:p>
          <a:r>
            <a:rPr lang="ro-RO" b="0" i="0" baseline="0"/>
            <a:t>Similaritatea învățată poate fi influențată de textură/culori, nu întotdeauna de semantică</a:t>
          </a:r>
          <a:endParaRPr lang="en-US"/>
        </a:p>
      </dgm:t>
    </dgm:pt>
    <dgm:pt modelId="{05A28EFA-2A1E-4AF6-AD8C-E1CBB2F5E01B}" type="parTrans" cxnId="{C293FA2D-AC59-47BA-B2AD-3110935B04A0}">
      <dgm:prSet/>
      <dgm:spPr/>
      <dgm:t>
        <a:bodyPr/>
        <a:lstStyle/>
        <a:p>
          <a:endParaRPr lang="en-US"/>
        </a:p>
      </dgm:t>
    </dgm:pt>
    <dgm:pt modelId="{A7FCBD68-51B3-4A66-879C-4BCADCA8E5BA}" type="sibTrans" cxnId="{C293FA2D-AC59-47BA-B2AD-3110935B04A0}">
      <dgm:prSet/>
      <dgm:spPr/>
      <dgm:t>
        <a:bodyPr/>
        <a:lstStyle/>
        <a:p>
          <a:endParaRPr lang="en-US"/>
        </a:p>
      </dgm:t>
    </dgm:pt>
    <dgm:pt modelId="{EBA97FEB-11D7-403D-A455-88A3348FB403}">
      <dgm:prSet/>
      <dgm:spPr/>
      <dgm:t>
        <a:bodyPr/>
        <a:lstStyle/>
        <a:p>
          <a:r>
            <a:rPr lang="ro-RO" b="0" i="0" baseline="0"/>
            <a:t>Îmbunătățiri: strategii de hard negatives, loss modern (InfoNCE), model mai puternic (ResNet50/ViT)</a:t>
          </a:r>
          <a:endParaRPr lang="en-US"/>
        </a:p>
      </dgm:t>
    </dgm:pt>
    <dgm:pt modelId="{9BC1C30F-7B1E-414E-A8F1-4D505B31AA69}" type="parTrans" cxnId="{3E683CA8-553F-4909-8872-C44056BA312A}">
      <dgm:prSet/>
      <dgm:spPr/>
      <dgm:t>
        <a:bodyPr/>
        <a:lstStyle/>
        <a:p>
          <a:endParaRPr lang="en-US"/>
        </a:p>
      </dgm:t>
    </dgm:pt>
    <dgm:pt modelId="{8ECA90B2-DD92-4C2C-B4D8-96C6EA157314}" type="sibTrans" cxnId="{3E683CA8-553F-4909-8872-C44056BA312A}">
      <dgm:prSet/>
      <dgm:spPr/>
      <dgm:t>
        <a:bodyPr/>
        <a:lstStyle/>
        <a:p>
          <a:endParaRPr lang="en-US"/>
        </a:p>
      </dgm:t>
    </dgm:pt>
    <dgm:pt modelId="{86879316-AE70-43BA-B7BF-4A4D93BC936B}" type="pres">
      <dgm:prSet presAssocID="{86546CA6-4E78-4AC7-8B7A-94FBC2434CFF}" presName="linear" presStyleCnt="0">
        <dgm:presLayoutVars>
          <dgm:animLvl val="lvl"/>
          <dgm:resizeHandles val="exact"/>
        </dgm:presLayoutVars>
      </dgm:prSet>
      <dgm:spPr/>
    </dgm:pt>
    <dgm:pt modelId="{E7EC7340-ACD4-465B-9DE5-AB645ADF6B64}" type="pres">
      <dgm:prSet presAssocID="{795E4383-68C9-4B92-A463-2CB825D17AA4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9CAEE26F-BD37-425B-AEB6-61DC285C2FF4}" type="pres">
      <dgm:prSet presAssocID="{C229652A-C94E-45AA-BBC8-7790A476C92E}" presName="spacer" presStyleCnt="0"/>
      <dgm:spPr/>
    </dgm:pt>
    <dgm:pt modelId="{CD40B75D-1597-455F-81A6-0E8DF33FB6B5}" type="pres">
      <dgm:prSet presAssocID="{3D0B1FB0-4DBD-4B39-BC4A-769F1DC1A861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E23D1907-305C-4DC0-B222-121CFA9D93A4}" type="pres">
      <dgm:prSet presAssocID="{A7FCBD68-51B3-4A66-879C-4BCADCA8E5BA}" presName="spacer" presStyleCnt="0"/>
      <dgm:spPr/>
    </dgm:pt>
    <dgm:pt modelId="{BB5C0715-084E-4865-8B5A-B9069CF48E46}" type="pres">
      <dgm:prSet presAssocID="{EBA97FEB-11D7-403D-A455-88A3348FB403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C293FA2D-AC59-47BA-B2AD-3110935B04A0}" srcId="{86546CA6-4E78-4AC7-8B7A-94FBC2434CFF}" destId="{3D0B1FB0-4DBD-4B39-BC4A-769F1DC1A861}" srcOrd="1" destOrd="0" parTransId="{05A28EFA-2A1E-4AF6-AD8C-E1CBB2F5E01B}" sibTransId="{A7FCBD68-51B3-4A66-879C-4BCADCA8E5BA}"/>
    <dgm:cxn modelId="{02144347-C038-4C18-89AE-56B79B2C07BD}" type="presOf" srcId="{86546CA6-4E78-4AC7-8B7A-94FBC2434CFF}" destId="{86879316-AE70-43BA-B7BF-4A4D93BC936B}" srcOrd="0" destOrd="0" presId="urn:microsoft.com/office/officeart/2005/8/layout/vList2"/>
    <dgm:cxn modelId="{1AF0B759-C2AF-4E65-A75C-E0761F1CF22C}" type="presOf" srcId="{3D0B1FB0-4DBD-4B39-BC4A-769F1DC1A861}" destId="{CD40B75D-1597-455F-81A6-0E8DF33FB6B5}" srcOrd="0" destOrd="0" presId="urn:microsoft.com/office/officeart/2005/8/layout/vList2"/>
    <dgm:cxn modelId="{365E788F-061A-40AE-99C1-7204F36FF208}" type="presOf" srcId="{EBA97FEB-11D7-403D-A455-88A3348FB403}" destId="{BB5C0715-084E-4865-8B5A-B9069CF48E46}" srcOrd="0" destOrd="0" presId="urn:microsoft.com/office/officeart/2005/8/layout/vList2"/>
    <dgm:cxn modelId="{3E683CA8-553F-4909-8872-C44056BA312A}" srcId="{86546CA6-4E78-4AC7-8B7A-94FBC2434CFF}" destId="{EBA97FEB-11D7-403D-A455-88A3348FB403}" srcOrd="2" destOrd="0" parTransId="{9BC1C30F-7B1E-414E-A8F1-4D505B31AA69}" sibTransId="{8ECA90B2-DD92-4C2C-B4D8-96C6EA157314}"/>
    <dgm:cxn modelId="{284809AA-C447-4046-BEC9-B7E794F8EA7B}" type="presOf" srcId="{795E4383-68C9-4B92-A463-2CB825D17AA4}" destId="{E7EC7340-ACD4-465B-9DE5-AB645ADF6B64}" srcOrd="0" destOrd="0" presId="urn:microsoft.com/office/officeart/2005/8/layout/vList2"/>
    <dgm:cxn modelId="{DC077FF8-51C5-496D-B775-F7491410F3E8}" srcId="{86546CA6-4E78-4AC7-8B7A-94FBC2434CFF}" destId="{795E4383-68C9-4B92-A463-2CB825D17AA4}" srcOrd="0" destOrd="0" parTransId="{1C6219A3-4C50-4890-AFB9-CECB1B1B4A34}" sibTransId="{C229652A-C94E-45AA-BBC8-7790A476C92E}"/>
    <dgm:cxn modelId="{D39FD14D-5CC9-44EF-B70A-59A41819139E}" type="presParOf" srcId="{86879316-AE70-43BA-B7BF-4A4D93BC936B}" destId="{E7EC7340-ACD4-465B-9DE5-AB645ADF6B64}" srcOrd="0" destOrd="0" presId="urn:microsoft.com/office/officeart/2005/8/layout/vList2"/>
    <dgm:cxn modelId="{584BF61A-8053-4235-AE6E-E88C7A8A0ED0}" type="presParOf" srcId="{86879316-AE70-43BA-B7BF-4A4D93BC936B}" destId="{9CAEE26F-BD37-425B-AEB6-61DC285C2FF4}" srcOrd="1" destOrd="0" presId="urn:microsoft.com/office/officeart/2005/8/layout/vList2"/>
    <dgm:cxn modelId="{05AA4510-6B64-4B36-90BC-5F8ADB6A626F}" type="presParOf" srcId="{86879316-AE70-43BA-B7BF-4A4D93BC936B}" destId="{CD40B75D-1597-455F-81A6-0E8DF33FB6B5}" srcOrd="2" destOrd="0" presId="urn:microsoft.com/office/officeart/2005/8/layout/vList2"/>
    <dgm:cxn modelId="{64A2CB0A-29DA-4935-90EB-4590DDC92DD9}" type="presParOf" srcId="{86879316-AE70-43BA-B7BF-4A4D93BC936B}" destId="{E23D1907-305C-4DC0-B222-121CFA9D93A4}" srcOrd="3" destOrd="0" presId="urn:microsoft.com/office/officeart/2005/8/layout/vList2"/>
    <dgm:cxn modelId="{B29ED46B-71CC-467A-B7B8-2FCDDAD5E056}" type="presParOf" srcId="{86879316-AE70-43BA-B7BF-4A4D93BC936B}" destId="{BB5C0715-084E-4865-8B5A-B9069CF48E46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D7B919B-D960-426B-97FB-650EE17252A3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3FDA8049-B238-4CA1-98EC-5AE2D0EF466B}">
      <dgm:prSet/>
      <dgm:spPr/>
      <dgm:t>
        <a:bodyPr/>
        <a:lstStyle/>
        <a:p>
          <a:r>
            <a:rPr lang="ro-RO" b="0" i="0" baseline="0" dirty="0"/>
            <a:t>A fost implementat un sistem CBIR complet, bazat pe învățarea unei reprezentări numerice pentru imagini și căutare Top-K prin distanțe.</a:t>
          </a:r>
          <a:endParaRPr lang="en-US" dirty="0"/>
        </a:p>
      </dgm:t>
    </dgm:pt>
    <dgm:pt modelId="{3173C4A0-F895-49DA-A661-E875045646E0}" type="parTrans" cxnId="{8A41034A-F948-43C7-9F9C-27C52879D0F1}">
      <dgm:prSet/>
      <dgm:spPr/>
      <dgm:t>
        <a:bodyPr/>
        <a:lstStyle/>
        <a:p>
          <a:endParaRPr lang="en-US"/>
        </a:p>
      </dgm:t>
    </dgm:pt>
    <dgm:pt modelId="{8AD53FE6-7EB7-4417-81C5-9EF06D795BFC}" type="sibTrans" cxnId="{8A41034A-F948-43C7-9F9C-27C52879D0F1}">
      <dgm:prSet/>
      <dgm:spPr/>
      <dgm:t>
        <a:bodyPr/>
        <a:lstStyle/>
        <a:p>
          <a:endParaRPr lang="en-US"/>
        </a:p>
      </dgm:t>
    </dgm:pt>
    <dgm:pt modelId="{ACD880B7-5ED6-46D8-A118-5161DCDD11C7}">
      <dgm:prSet/>
      <dgm:spPr/>
      <dgm:t>
        <a:bodyPr/>
        <a:lstStyle/>
        <a:p>
          <a:r>
            <a:rPr lang="ro-RO" b="0" i="0" baseline="0"/>
            <a:t>Arhitectura siameză a permis antrenarea în regim self-supervised, folosind perechi pozitive/negative generate prin augmentări și eșantionare aleatoare.</a:t>
          </a:r>
          <a:endParaRPr lang="en-US"/>
        </a:p>
      </dgm:t>
    </dgm:pt>
    <dgm:pt modelId="{C41AD045-58CA-4616-9B10-7C3542235CAA}" type="parTrans" cxnId="{23A1F63E-0F22-4F05-8EFE-39C728A73062}">
      <dgm:prSet/>
      <dgm:spPr/>
      <dgm:t>
        <a:bodyPr/>
        <a:lstStyle/>
        <a:p>
          <a:endParaRPr lang="en-US"/>
        </a:p>
      </dgm:t>
    </dgm:pt>
    <dgm:pt modelId="{4B2A44C6-6CA5-4845-8ABA-B23E1E9965C7}" type="sibTrans" cxnId="{23A1F63E-0F22-4F05-8EFE-39C728A73062}">
      <dgm:prSet/>
      <dgm:spPr/>
      <dgm:t>
        <a:bodyPr/>
        <a:lstStyle/>
        <a:p>
          <a:endParaRPr lang="en-US"/>
        </a:p>
      </dgm:t>
    </dgm:pt>
    <dgm:pt modelId="{BE23DB17-92F9-4844-A496-940CF4AF6498}">
      <dgm:prSet/>
      <dgm:spPr/>
      <dgm:t>
        <a:bodyPr/>
        <a:lstStyle/>
        <a:p>
          <a:r>
            <a:rPr lang="ro-RO" b="0" i="0" baseline="0"/>
            <a:t>Indexarea embedding-urilor a separat etapa de „prelucrare offline” de etapa de „interogare”, reducând costul de calcul la momentul căutării.</a:t>
          </a:r>
          <a:endParaRPr lang="en-US"/>
        </a:p>
      </dgm:t>
    </dgm:pt>
    <dgm:pt modelId="{43815720-FE65-428A-AF76-06FDFC074D91}" type="parTrans" cxnId="{CF08549A-CF21-4F33-8A7E-5643460C2828}">
      <dgm:prSet/>
      <dgm:spPr/>
      <dgm:t>
        <a:bodyPr/>
        <a:lstStyle/>
        <a:p>
          <a:endParaRPr lang="en-US"/>
        </a:p>
      </dgm:t>
    </dgm:pt>
    <dgm:pt modelId="{C5F75A77-6FE6-4BFB-8DD8-C1449DCFB9F0}" type="sibTrans" cxnId="{CF08549A-CF21-4F33-8A7E-5643460C2828}">
      <dgm:prSet/>
      <dgm:spPr/>
      <dgm:t>
        <a:bodyPr/>
        <a:lstStyle/>
        <a:p>
          <a:endParaRPr lang="en-US"/>
        </a:p>
      </dgm:t>
    </dgm:pt>
    <dgm:pt modelId="{BAA79633-70ED-40DC-B12D-A849A18C7812}">
      <dgm:prSet/>
      <dgm:spPr/>
      <dgm:t>
        <a:bodyPr/>
        <a:lstStyle/>
        <a:p>
          <a:r>
            <a:rPr lang="ro-RO" b="0" i="0" baseline="0"/>
            <a:t>Rezultatele vizuale indică faptul că spațiul de embedding capturează trăsături relevante pentru similaritate în cadrul setului de date utilizat.</a:t>
          </a:r>
          <a:endParaRPr lang="en-US"/>
        </a:p>
      </dgm:t>
    </dgm:pt>
    <dgm:pt modelId="{E380547C-9920-4BA9-A28B-C4E66892FD49}" type="parTrans" cxnId="{FE07B3CC-52AA-4ABF-8FF5-CC211FE2D5C4}">
      <dgm:prSet/>
      <dgm:spPr/>
      <dgm:t>
        <a:bodyPr/>
        <a:lstStyle/>
        <a:p>
          <a:endParaRPr lang="en-US"/>
        </a:p>
      </dgm:t>
    </dgm:pt>
    <dgm:pt modelId="{A1F0B503-BF60-4858-BF9E-61043F4D7AC0}" type="sibTrans" cxnId="{FE07B3CC-52AA-4ABF-8FF5-CC211FE2D5C4}">
      <dgm:prSet/>
      <dgm:spPr/>
      <dgm:t>
        <a:bodyPr/>
        <a:lstStyle/>
        <a:p>
          <a:endParaRPr lang="en-US"/>
        </a:p>
      </dgm:t>
    </dgm:pt>
    <dgm:pt modelId="{EA3BDD24-A4BE-4A0D-BE94-51746EDB7053}" type="pres">
      <dgm:prSet presAssocID="{2D7B919B-D960-426B-97FB-650EE17252A3}" presName="outerComposite" presStyleCnt="0">
        <dgm:presLayoutVars>
          <dgm:chMax val="5"/>
          <dgm:dir/>
          <dgm:resizeHandles val="exact"/>
        </dgm:presLayoutVars>
      </dgm:prSet>
      <dgm:spPr/>
    </dgm:pt>
    <dgm:pt modelId="{B2E3D901-B0A7-447D-B269-31492C7C8E19}" type="pres">
      <dgm:prSet presAssocID="{2D7B919B-D960-426B-97FB-650EE17252A3}" presName="dummyMaxCanvas" presStyleCnt="0">
        <dgm:presLayoutVars/>
      </dgm:prSet>
      <dgm:spPr/>
    </dgm:pt>
    <dgm:pt modelId="{BCAE0B8F-BDBC-416A-A4FC-332E88974C19}" type="pres">
      <dgm:prSet presAssocID="{2D7B919B-D960-426B-97FB-650EE17252A3}" presName="FourNodes_1" presStyleLbl="node1" presStyleIdx="0" presStyleCnt="4">
        <dgm:presLayoutVars>
          <dgm:bulletEnabled val="1"/>
        </dgm:presLayoutVars>
      </dgm:prSet>
      <dgm:spPr/>
    </dgm:pt>
    <dgm:pt modelId="{FD83CD26-162D-44EA-97EF-D5DC5F9FE065}" type="pres">
      <dgm:prSet presAssocID="{2D7B919B-D960-426B-97FB-650EE17252A3}" presName="FourNodes_2" presStyleLbl="node1" presStyleIdx="1" presStyleCnt="4">
        <dgm:presLayoutVars>
          <dgm:bulletEnabled val="1"/>
        </dgm:presLayoutVars>
      </dgm:prSet>
      <dgm:spPr/>
    </dgm:pt>
    <dgm:pt modelId="{B8856DCC-B328-43CE-A141-0F02C8058A4D}" type="pres">
      <dgm:prSet presAssocID="{2D7B919B-D960-426B-97FB-650EE17252A3}" presName="FourNodes_3" presStyleLbl="node1" presStyleIdx="2" presStyleCnt="4">
        <dgm:presLayoutVars>
          <dgm:bulletEnabled val="1"/>
        </dgm:presLayoutVars>
      </dgm:prSet>
      <dgm:spPr/>
    </dgm:pt>
    <dgm:pt modelId="{3D596638-BA97-4C6B-B707-D57061BC4F75}" type="pres">
      <dgm:prSet presAssocID="{2D7B919B-D960-426B-97FB-650EE17252A3}" presName="FourNodes_4" presStyleLbl="node1" presStyleIdx="3" presStyleCnt="4">
        <dgm:presLayoutVars>
          <dgm:bulletEnabled val="1"/>
        </dgm:presLayoutVars>
      </dgm:prSet>
      <dgm:spPr/>
    </dgm:pt>
    <dgm:pt modelId="{38D9EB1E-7AC1-4732-A0F8-B5F87527B36F}" type="pres">
      <dgm:prSet presAssocID="{2D7B919B-D960-426B-97FB-650EE17252A3}" presName="FourConn_1-2" presStyleLbl="fgAccFollowNode1" presStyleIdx="0" presStyleCnt="3">
        <dgm:presLayoutVars>
          <dgm:bulletEnabled val="1"/>
        </dgm:presLayoutVars>
      </dgm:prSet>
      <dgm:spPr/>
    </dgm:pt>
    <dgm:pt modelId="{36B7A8D4-CA97-4518-86BD-2AE5B75994A5}" type="pres">
      <dgm:prSet presAssocID="{2D7B919B-D960-426B-97FB-650EE17252A3}" presName="FourConn_2-3" presStyleLbl="fgAccFollowNode1" presStyleIdx="1" presStyleCnt="3">
        <dgm:presLayoutVars>
          <dgm:bulletEnabled val="1"/>
        </dgm:presLayoutVars>
      </dgm:prSet>
      <dgm:spPr/>
    </dgm:pt>
    <dgm:pt modelId="{B67A7E92-986F-427A-902C-57A51B3B267E}" type="pres">
      <dgm:prSet presAssocID="{2D7B919B-D960-426B-97FB-650EE17252A3}" presName="FourConn_3-4" presStyleLbl="fgAccFollowNode1" presStyleIdx="2" presStyleCnt="3">
        <dgm:presLayoutVars>
          <dgm:bulletEnabled val="1"/>
        </dgm:presLayoutVars>
      </dgm:prSet>
      <dgm:spPr/>
    </dgm:pt>
    <dgm:pt modelId="{4F165769-FBD7-41E1-9EF9-4C6DCD1FE84F}" type="pres">
      <dgm:prSet presAssocID="{2D7B919B-D960-426B-97FB-650EE17252A3}" presName="FourNodes_1_text" presStyleLbl="node1" presStyleIdx="3" presStyleCnt="4">
        <dgm:presLayoutVars>
          <dgm:bulletEnabled val="1"/>
        </dgm:presLayoutVars>
      </dgm:prSet>
      <dgm:spPr/>
    </dgm:pt>
    <dgm:pt modelId="{C6FC9F30-58F0-4FFD-BD57-F9B462A97966}" type="pres">
      <dgm:prSet presAssocID="{2D7B919B-D960-426B-97FB-650EE17252A3}" presName="FourNodes_2_text" presStyleLbl="node1" presStyleIdx="3" presStyleCnt="4">
        <dgm:presLayoutVars>
          <dgm:bulletEnabled val="1"/>
        </dgm:presLayoutVars>
      </dgm:prSet>
      <dgm:spPr/>
    </dgm:pt>
    <dgm:pt modelId="{1842CEC9-426A-4EAB-A66B-1E31D7C172DE}" type="pres">
      <dgm:prSet presAssocID="{2D7B919B-D960-426B-97FB-650EE17252A3}" presName="FourNodes_3_text" presStyleLbl="node1" presStyleIdx="3" presStyleCnt="4">
        <dgm:presLayoutVars>
          <dgm:bulletEnabled val="1"/>
        </dgm:presLayoutVars>
      </dgm:prSet>
      <dgm:spPr/>
    </dgm:pt>
    <dgm:pt modelId="{B1EB6EE2-0475-47A7-AA42-541A192B3096}" type="pres">
      <dgm:prSet presAssocID="{2D7B919B-D960-426B-97FB-650EE17252A3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10B29821-8199-456C-9B04-9B38BFEEC191}" type="presOf" srcId="{2D7B919B-D960-426B-97FB-650EE17252A3}" destId="{EA3BDD24-A4BE-4A0D-BE94-51746EDB7053}" srcOrd="0" destOrd="0" presId="urn:microsoft.com/office/officeart/2005/8/layout/vProcess5"/>
    <dgm:cxn modelId="{FD670E27-547C-479F-8CA1-E3D2D65EBF1D}" type="presOf" srcId="{3FDA8049-B238-4CA1-98EC-5AE2D0EF466B}" destId="{4F165769-FBD7-41E1-9EF9-4C6DCD1FE84F}" srcOrd="1" destOrd="0" presId="urn:microsoft.com/office/officeart/2005/8/layout/vProcess5"/>
    <dgm:cxn modelId="{ED8C9A2D-CE89-47C5-9A86-A60E82057001}" type="presOf" srcId="{BE23DB17-92F9-4844-A496-940CF4AF6498}" destId="{B8856DCC-B328-43CE-A141-0F02C8058A4D}" srcOrd="0" destOrd="0" presId="urn:microsoft.com/office/officeart/2005/8/layout/vProcess5"/>
    <dgm:cxn modelId="{23A1F63E-0F22-4F05-8EFE-39C728A73062}" srcId="{2D7B919B-D960-426B-97FB-650EE17252A3}" destId="{ACD880B7-5ED6-46D8-A118-5161DCDD11C7}" srcOrd="1" destOrd="0" parTransId="{C41AD045-58CA-4616-9B10-7C3542235CAA}" sibTransId="{4B2A44C6-6CA5-4845-8ABA-B23E1E9965C7}"/>
    <dgm:cxn modelId="{7C71A465-6043-4760-A85F-77CDEF2D3AA9}" type="presOf" srcId="{4B2A44C6-6CA5-4845-8ABA-B23E1E9965C7}" destId="{36B7A8D4-CA97-4518-86BD-2AE5B75994A5}" srcOrd="0" destOrd="0" presId="urn:microsoft.com/office/officeart/2005/8/layout/vProcess5"/>
    <dgm:cxn modelId="{6A9DA268-A985-4EDD-BD78-16424C72A4F7}" type="presOf" srcId="{BAA79633-70ED-40DC-B12D-A849A18C7812}" destId="{B1EB6EE2-0475-47A7-AA42-541A192B3096}" srcOrd="1" destOrd="0" presId="urn:microsoft.com/office/officeart/2005/8/layout/vProcess5"/>
    <dgm:cxn modelId="{8A41034A-F948-43C7-9F9C-27C52879D0F1}" srcId="{2D7B919B-D960-426B-97FB-650EE17252A3}" destId="{3FDA8049-B238-4CA1-98EC-5AE2D0EF466B}" srcOrd="0" destOrd="0" parTransId="{3173C4A0-F895-49DA-A661-E875045646E0}" sibTransId="{8AD53FE6-7EB7-4417-81C5-9EF06D795BFC}"/>
    <dgm:cxn modelId="{E7C31B6B-EF25-4DD3-A603-FC67E7B7A56C}" type="presOf" srcId="{ACD880B7-5ED6-46D8-A118-5161DCDD11C7}" destId="{C6FC9F30-58F0-4FFD-BD57-F9B462A97966}" srcOrd="1" destOrd="0" presId="urn:microsoft.com/office/officeart/2005/8/layout/vProcess5"/>
    <dgm:cxn modelId="{E7897F4E-1D00-4861-94EB-EF837A4FAEDE}" type="presOf" srcId="{C5F75A77-6FE6-4BFB-8DD8-C1449DCFB9F0}" destId="{B67A7E92-986F-427A-902C-57A51B3B267E}" srcOrd="0" destOrd="0" presId="urn:microsoft.com/office/officeart/2005/8/layout/vProcess5"/>
    <dgm:cxn modelId="{D8A9D14E-3008-4852-9912-EFA6A2C96BD2}" type="presOf" srcId="{ACD880B7-5ED6-46D8-A118-5161DCDD11C7}" destId="{FD83CD26-162D-44EA-97EF-D5DC5F9FE065}" srcOrd="0" destOrd="0" presId="urn:microsoft.com/office/officeart/2005/8/layout/vProcess5"/>
    <dgm:cxn modelId="{CA89EE76-A8D6-4DB4-8872-0ED6D9767D7E}" type="presOf" srcId="{BAA79633-70ED-40DC-B12D-A849A18C7812}" destId="{3D596638-BA97-4C6B-B707-D57061BC4F75}" srcOrd="0" destOrd="0" presId="urn:microsoft.com/office/officeart/2005/8/layout/vProcess5"/>
    <dgm:cxn modelId="{EB44FE81-0FE1-4173-95D1-7A834FB19B91}" type="presOf" srcId="{3FDA8049-B238-4CA1-98EC-5AE2D0EF466B}" destId="{BCAE0B8F-BDBC-416A-A4FC-332E88974C19}" srcOrd="0" destOrd="0" presId="urn:microsoft.com/office/officeart/2005/8/layout/vProcess5"/>
    <dgm:cxn modelId="{C645E388-1F11-4AED-99C2-0E9764A3F395}" type="presOf" srcId="{BE23DB17-92F9-4844-A496-940CF4AF6498}" destId="{1842CEC9-426A-4EAB-A66B-1E31D7C172DE}" srcOrd="1" destOrd="0" presId="urn:microsoft.com/office/officeart/2005/8/layout/vProcess5"/>
    <dgm:cxn modelId="{CF08549A-CF21-4F33-8A7E-5643460C2828}" srcId="{2D7B919B-D960-426B-97FB-650EE17252A3}" destId="{BE23DB17-92F9-4844-A496-940CF4AF6498}" srcOrd="2" destOrd="0" parTransId="{43815720-FE65-428A-AF76-06FDFC074D91}" sibTransId="{C5F75A77-6FE6-4BFB-8DD8-C1449DCFB9F0}"/>
    <dgm:cxn modelId="{FE07B3CC-52AA-4ABF-8FF5-CC211FE2D5C4}" srcId="{2D7B919B-D960-426B-97FB-650EE17252A3}" destId="{BAA79633-70ED-40DC-B12D-A849A18C7812}" srcOrd="3" destOrd="0" parTransId="{E380547C-9920-4BA9-A28B-C4E66892FD49}" sibTransId="{A1F0B503-BF60-4858-BF9E-61043F4D7AC0}"/>
    <dgm:cxn modelId="{3F154FDE-6198-4932-B75A-578B173A866A}" type="presOf" srcId="{8AD53FE6-7EB7-4417-81C5-9EF06D795BFC}" destId="{38D9EB1E-7AC1-4732-A0F8-B5F87527B36F}" srcOrd="0" destOrd="0" presId="urn:microsoft.com/office/officeart/2005/8/layout/vProcess5"/>
    <dgm:cxn modelId="{8208B327-460C-45C9-9D4D-05EE7D0CEFD0}" type="presParOf" srcId="{EA3BDD24-A4BE-4A0D-BE94-51746EDB7053}" destId="{B2E3D901-B0A7-447D-B269-31492C7C8E19}" srcOrd="0" destOrd="0" presId="urn:microsoft.com/office/officeart/2005/8/layout/vProcess5"/>
    <dgm:cxn modelId="{33AF1287-9F07-4151-A4DC-2D783EB6F32A}" type="presParOf" srcId="{EA3BDD24-A4BE-4A0D-BE94-51746EDB7053}" destId="{BCAE0B8F-BDBC-416A-A4FC-332E88974C19}" srcOrd="1" destOrd="0" presId="urn:microsoft.com/office/officeart/2005/8/layout/vProcess5"/>
    <dgm:cxn modelId="{3F463256-0261-4AE1-BC38-3E70571E81FE}" type="presParOf" srcId="{EA3BDD24-A4BE-4A0D-BE94-51746EDB7053}" destId="{FD83CD26-162D-44EA-97EF-D5DC5F9FE065}" srcOrd="2" destOrd="0" presId="urn:microsoft.com/office/officeart/2005/8/layout/vProcess5"/>
    <dgm:cxn modelId="{C1972194-42A5-4FFE-B3B7-BCA94E6EF5AE}" type="presParOf" srcId="{EA3BDD24-A4BE-4A0D-BE94-51746EDB7053}" destId="{B8856DCC-B328-43CE-A141-0F02C8058A4D}" srcOrd="3" destOrd="0" presId="urn:microsoft.com/office/officeart/2005/8/layout/vProcess5"/>
    <dgm:cxn modelId="{DB33DA7D-3DCC-4D52-9D68-F73FC5425684}" type="presParOf" srcId="{EA3BDD24-A4BE-4A0D-BE94-51746EDB7053}" destId="{3D596638-BA97-4C6B-B707-D57061BC4F75}" srcOrd="4" destOrd="0" presId="urn:microsoft.com/office/officeart/2005/8/layout/vProcess5"/>
    <dgm:cxn modelId="{4DBCDF1C-05FD-4E19-9296-F304FB38F771}" type="presParOf" srcId="{EA3BDD24-A4BE-4A0D-BE94-51746EDB7053}" destId="{38D9EB1E-7AC1-4732-A0F8-B5F87527B36F}" srcOrd="5" destOrd="0" presId="urn:microsoft.com/office/officeart/2005/8/layout/vProcess5"/>
    <dgm:cxn modelId="{35DF7AEB-C22A-4A8A-BCB4-9886516592F0}" type="presParOf" srcId="{EA3BDD24-A4BE-4A0D-BE94-51746EDB7053}" destId="{36B7A8D4-CA97-4518-86BD-2AE5B75994A5}" srcOrd="6" destOrd="0" presId="urn:microsoft.com/office/officeart/2005/8/layout/vProcess5"/>
    <dgm:cxn modelId="{DA3581DD-DE3F-4063-9383-BA2A05E816D3}" type="presParOf" srcId="{EA3BDD24-A4BE-4A0D-BE94-51746EDB7053}" destId="{B67A7E92-986F-427A-902C-57A51B3B267E}" srcOrd="7" destOrd="0" presId="urn:microsoft.com/office/officeart/2005/8/layout/vProcess5"/>
    <dgm:cxn modelId="{8B8F04B6-FEB5-4FB4-9E12-39626DA09F6E}" type="presParOf" srcId="{EA3BDD24-A4BE-4A0D-BE94-51746EDB7053}" destId="{4F165769-FBD7-41E1-9EF9-4C6DCD1FE84F}" srcOrd="8" destOrd="0" presId="urn:microsoft.com/office/officeart/2005/8/layout/vProcess5"/>
    <dgm:cxn modelId="{9CB03A26-F1BA-4AEA-A43D-A3E9A613B635}" type="presParOf" srcId="{EA3BDD24-A4BE-4A0D-BE94-51746EDB7053}" destId="{C6FC9F30-58F0-4FFD-BD57-F9B462A97966}" srcOrd="9" destOrd="0" presId="urn:microsoft.com/office/officeart/2005/8/layout/vProcess5"/>
    <dgm:cxn modelId="{2EAC323C-020D-4D55-8599-7B36BF55FF65}" type="presParOf" srcId="{EA3BDD24-A4BE-4A0D-BE94-51746EDB7053}" destId="{1842CEC9-426A-4EAB-A66B-1E31D7C172DE}" srcOrd="10" destOrd="0" presId="urn:microsoft.com/office/officeart/2005/8/layout/vProcess5"/>
    <dgm:cxn modelId="{5BC891CB-27B2-461A-88DB-816B57DDB4E2}" type="presParOf" srcId="{EA3BDD24-A4BE-4A0D-BE94-51746EDB7053}" destId="{B1EB6EE2-0475-47A7-AA42-541A192B3096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D15FA8-1E62-4E86-B136-55119C28A03F}">
      <dsp:nvSpPr>
        <dsp:cNvPr id="0" name=""/>
        <dsp:cNvSpPr/>
      </dsp:nvSpPr>
      <dsp:spPr>
        <a:xfrm>
          <a:off x="0" y="558"/>
          <a:ext cx="68580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E7728D-2AAF-4E57-AFEB-07A0A7188948}">
      <dsp:nvSpPr>
        <dsp:cNvPr id="0" name=""/>
        <dsp:cNvSpPr/>
      </dsp:nvSpPr>
      <dsp:spPr>
        <a:xfrm>
          <a:off x="0" y="558"/>
          <a:ext cx="6858000" cy="3264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O</a:t>
          </a:r>
          <a:r>
            <a:rPr lang="ro-RO" sz="1500" b="0" i="0" kern="1200" baseline="0"/>
            <a:t>biectiv</a:t>
          </a:r>
          <a:endParaRPr lang="en-US" sz="1500" kern="1200"/>
        </a:p>
      </dsp:txBody>
      <dsp:txXfrm>
        <a:off x="0" y="558"/>
        <a:ext cx="6858000" cy="326491"/>
      </dsp:txXfrm>
    </dsp:sp>
    <dsp:sp modelId="{A905A22A-6100-450F-8F2E-9377E8BDA615}">
      <dsp:nvSpPr>
        <dsp:cNvPr id="0" name=""/>
        <dsp:cNvSpPr/>
      </dsp:nvSpPr>
      <dsp:spPr>
        <a:xfrm>
          <a:off x="0" y="327049"/>
          <a:ext cx="6858000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93BE32-75E7-4D21-8007-0B2E0EBF8168}">
      <dsp:nvSpPr>
        <dsp:cNvPr id="0" name=""/>
        <dsp:cNvSpPr/>
      </dsp:nvSpPr>
      <dsp:spPr>
        <a:xfrm>
          <a:off x="0" y="327049"/>
          <a:ext cx="6858000" cy="3264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500" b="0" i="0" kern="1200" baseline="0"/>
            <a:t>Setul de date: CBIR_dataset</a:t>
          </a:r>
          <a:endParaRPr lang="en-US" sz="1500" kern="1200"/>
        </a:p>
      </dsp:txBody>
      <dsp:txXfrm>
        <a:off x="0" y="327049"/>
        <a:ext cx="6858000" cy="326491"/>
      </dsp:txXfrm>
    </dsp:sp>
    <dsp:sp modelId="{3F7388E8-5D55-4945-B864-DDC4011BB100}">
      <dsp:nvSpPr>
        <dsp:cNvPr id="0" name=""/>
        <dsp:cNvSpPr/>
      </dsp:nvSpPr>
      <dsp:spPr>
        <a:xfrm>
          <a:off x="0" y="653541"/>
          <a:ext cx="6858000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0BAAF7-50CB-41BB-92C9-5C478F40CC31}">
      <dsp:nvSpPr>
        <dsp:cNvPr id="0" name=""/>
        <dsp:cNvSpPr/>
      </dsp:nvSpPr>
      <dsp:spPr>
        <a:xfrm>
          <a:off x="0" y="653541"/>
          <a:ext cx="6858000" cy="3264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500" b="0" i="0" kern="1200" baseline="0"/>
            <a:t>Preprocesare și normalizare</a:t>
          </a:r>
          <a:endParaRPr lang="en-US" sz="1500" kern="1200"/>
        </a:p>
      </dsp:txBody>
      <dsp:txXfrm>
        <a:off x="0" y="653541"/>
        <a:ext cx="6858000" cy="326491"/>
      </dsp:txXfrm>
    </dsp:sp>
    <dsp:sp modelId="{7ED9B754-C2E8-4248-B1E6-50D2D02C98F9}">
      <dsp:nvSpPr>
        <dsp:cNvPr id="0" name=""/>
        <dsp:cNvSpPr/>
      </dsp:nvSpPr>
      <dsp:spPr>
        <a:xfrm>
          <a:off x="0" y="980033"/>
          <a:ext cx="6858000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F1FA39-88CC-471C-B619-71FD514CBAC5}">
      <dsp:nvSpPr>
        <dsp:cNvPr id="0" name=""/>
        <dsp:cNvSpPr/>
      </dsp:nvSpPr>
      <dsp:spPr>
        <a:xfrm>
          <a:off x="0" y="980033"/>
          <a:ext cx="6858000" cy="3264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500" b="0" i="0" kern="1200" baseline="0"/>
            <a:t>Augmentare de date: rol și exemple</a:t>
          </a:r>
          <a:endParaRPr lang="en-US" sz="1500" kern="1200"/>
        </a:p>
      </dsp:txBody>
      <dsp:txXfrm>
        <a:off x="0" y="980033"/>
        <a:ext cx="6858000" cy="326491"/>
      </dsp:txXfrm>
    </dsp:sp>
    <dsp:sp modelId="{21BC5C96-4E0A-424D-8855-C31B78E07092}">
      <dsp:nvSpPr>
        <dsp:cNvPr id="0" name=""/>
        <dsp:cNvSpPr/>
      </dsp:nvSpPr>
      <dsp:spPr>
        <a:xfrm>
          <a:off x="0" y="1306524"/>
          <a:ext cx="6858000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1FC750-337F-4A9E-87C5-604049226C4D}">
      <dsp:nvSpPr>
        <dsp:cNvPr id="0" name=""/>
        <dsp:cNvSpPr/>
      </dsp:nvSpPr>
      <dsp:spPr>
        <a:xfrm>
          <a:off x="0" y="1306524"/>
          <a:ext cx="6858000" cy="3264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500" b="0" i="0" kern="1200" baseline="0"/>
            <a:t>Construirea perechilor (Siamese Dataset)</a:t>
          </a:r>
          <a:endParaRPr lang="en-US" sz="1500" kern="1200"/>
        </a:p>
      </dsp:txBody>
      <dsp:txXfrm>
        <a:off x="0" y="1306524"/>
        <a:ext cx="6858000" cy="326491"/>
      </dsp:txXfrm>
    </dsp:sp>
    <dsp:sp modelId="{A735682D-9085-4817-8C4B-251AF70F316A}">
      <dsp:nvSpPr>
        <dsp:cNvPr id="0" name=""/>
        <dsp:cNvSpPr/>
      </dsp:nvSpPr>
      <dsp:spPr>
        <a:xfrm>
          <a:off x="0" y="1633016"/>
          <a:ext cx="68580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4B9B65-BC97-44FA-A020-E3BD5E0EEE22}">
      <dsp:nvSpPr>
        <dsp:cNvPr id="0" name=""/>
        <dsp:cNvSpPr/>
      </dsp:nvSpPr>
      <dsp:spPr>
        <a:xfrm>
          <a:off x="0" y="1633016"/>
          <a:ext cx="6858000" cy="3264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500" b="0" i="0" kern="1200" baseline="0"/>
            <a:t>DataLoader și batch-uri</a:t>
          </a:r>
          <a:endParaRPr lang="en-US" sz="1500" kern="1200"/>
        </a:p>
      </dsp:txBody>
      <dsp:txXfrm>
        <a:off x="0" y="1633016"/>
        <a:ext cx="6858000" cy="326491"/>
      </dsp:txXfrm>
    </dsp:sp>
    <dsp:sp modelId="{6DB00FB2-E40C-4B45-A820-527F41E7B84D}">
      <dsp:nvSpPr>
        <dsp:cNvPr id="0" name=""/>
        <dsp:cNvSpPr/>
      </dsp:nvSpPr>
      <dsp:spPr>
        <a:xfrm>
          <a:off x="0" y="1959508"/>
          <a:ext cx="6858000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D769F6-E06B-4896-A8EB-BA93553EFA00}">
      <dsp:nvSpPr>
        <dsp:cNvPr id="0" name=""/>
        <dsp:cNvSpPr/>
      </dsp:nvSpPr>
      <dsp:spPr>
        <a:xfrm>
          <a:off x="0" y="1959508"/>
          <a:ext cx="6858000" cy="3264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500" b="0" i="0" kern="1200" baseline="0"/>
            <a:t>Arhitectura modelului: Embedding Network</a:t>
          </a:r>
          <a:endParaRPr lang="en-US" sz="1500" kern="1200"/>
        </a:p>
      </dsp:txBody>
      <dsp:txXfrm>
        <a:off x="0" y="1959508"/>
        <a:ext cx="6858000" cy="326491"/>
      </dsp:txXfrm>
    </dsp:sp>
    <dsp:sp modelId="{5DF13D2A-020E-48DA-8614-C04F00C2092B}">
      <dsp:nvSpPr>
        <dsp:cNvPr id="0" name=""/>
        <dsp:cNvSpPr/>
      </dsp:nvSpPr>
      <dsp:spPr>
        <a:xfrm>
          <a:off x="0" y="2286000"/>
          <a:ext cx="6858000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7CB42C-097F-4291-8D82-516AC40BDD6C}">
      <dsp:nvSpPr>
        <dsp:cNvPr id="0" name=""/>
        <dsp:cNvSpPr/>
      </dsp:nvSpPr>
      <dsp:spPr>
        <a:xfrm>
          <a:off x="0" y="2286000"/>
          <a:ext cx="6858000" cy="3264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500" b="0" i="0" kern="1200" baseline="0"/>
            <a:t>Arhitectura siameză: principiul de funcționare</a:t>
          </a:r>
          <a:endParaRPr lang="en-US" sz="1500" kern="1200"/>
        </a:p>
      </dsp:txBody>
      <dsp:txXfrm>
        <a:off x="0" y="2286000"/>
        <a:ext cx="6858000" cy="326491"/>
      </dsp:txXfrm>
    </dsp:sp>
    <dsp:sp modelId="{32E57EDD-3D1B-4924-B052-020F9D3611BF}">
      <dsp:nvSpPr>
        <dsp:cNvPr id="0" name=""/>
        <dsp:cNvSpPr/>
      </dsp:nvSpPr>
      <dsp:spPr>
        <a:xfrm>
          <a:off x="0" y="2612491"/>
          <a:ext cx="6858000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3C0A90-DF02-4F9E-A842-3C461BC5438F}">
      <dsp:nvSpPr>
        <dsp:cNvPr id="0" name=""/>
        <dsp:cNvSpPr/>
      </dsp:nvSpPr>
      <dsp:spPr>
        <a:xfrm>
          <a:off x="0" y="2612491"/>
          <a:ext cx="6858000" cy="3264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500" b="0" i="0" kern="1200" baseline="0"/>
            <a:t>Funcția de cost: Contrastive Loss</a:t>
          </a:r>
          <a:endParaRPr lang="en-US" sz="1500" kern="1200"/>
        </a:p>
      </dsp:txBody>
      <dsp:txXfrm>
        <a:off x="0" y="2612491"/>
        <a:ext cx="6858000" cy="326491"/>
      </dsp:txXfrm>
    </dsp:sp>
    <dsp:sp modelId="{3F46A88A-5BFF-40A6-B56B-2313664A30FC}">
      <dsp:nvSpPr>
        <dsp:cNvPr id="0" name=""/>
        <dsp:cNvSpPr/>
      </dsp:nvSpPr>
      <dsp:spPr>
        <a:xfrm>
          <a:off x="0" y="2938983"/>
          <a:ext cx="6858000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FE1BDF-5584-47EF-8907-7CFD013C7FD2}">
      <dsp:nvSpPr>
        <dsp:cNvPr id="0" name=""/>
        <dsp:cNvSpPr/>
      </dsp:nvSpPr>
      <dsp:spPr>
        <a:xfrm>
          <a:off x="0" y="2938983"/>
          <a:ext cx="6858000" cy="3264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500" b="0" i="0" kern="1200" baseline="0"/>
            <a:t>Antrenarea modelului</a:t>
          </a:r>
          <a:endParaRPr lang="en-US" sz="1500" kern="1200"/>
        </a:p>
      </dsp:txBody>
      <dsp:txXfrm>
        <a:off x="0" y="2938983"/>
        <a:ext cx="6858000" cy="326491"/>
      </dsp:txXfrm>
    </dsp:sp>
    <dsp:sp modelId="{D6AEB153-576F-41A0-A629-BB29BD74EF8B}">
      <dsp:nvSpPr>
        <dsp:cNvPr id="0" name=""/>
        <dsp:cNvSpPr/>
      </dsp:nvSpPr>
      <dsp:spPr>
        <a:xfrm>
          <a:off x="0" y="3265475"/>
          <a:ext cx="68580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EBD71F-E1FC-4439-8E79-88AE5FC78E2E}">
      <dsp:nvSpPr>
        <dsp:cNvPr id="0" name=""/>
        <dsp:cNvSpPr/>
      </dsp:nvSpPr>
      <dsp:spPr>
        <a:xfrm>
          <a:off x="0" y="3265475"/>
          <a:ext cx="6858000" cy="3264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500" b="0" i="0" kern="1200" baseline="0"/>
            <a:t>Extracția embeddings pentru baza de date (Indexing)</a:t>
          </a:r>
          <a:endParaRPr lang="en-US" sz="1500" kern="1200"/>
        </a:p>
      </dsp:txBody>
      <dsp:txXfrm>
        <a:off x="0" y="3265475"/>
        <a:ext cx="6858000" cy="326491"/>
      </dsp:txXfrm>
    </dsp:sp>
    <dsp:sp modelId="{C1B8E5AB-6579-4864-8844-0D717E1B4444}">
      <dsp:nvSpPr>
        <dsp:cNvPr id="0" name=""/>
        <dsp:cNvSpPr/>
      </dsp:nvSpPr>
      <dsp:spPr>
        <a:xfrm>
          <a:off x="0" y="3591966"/>
          <a:ext cx="6858000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ADC4FE-CD55-4272-99E3-61C118813742}">
      <dsp:nvSpPr>
        <dsp:cNvPr id="0" name=""/>
        <dsp:cNvSpPr/>
      </dsp:nvSpPr>
      <dsp:spPr>
        <a:xfrm>
          <a:off x="0" y="3591966"/>
          <a:ext cx="6858000" cy="3264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500" b="0" i="0" kern="1200" baseline="0"/>
            <a:t>Similarity search: mecanismul CBIR</a:t>
          </a:r>
          <a:endParaRPr lang="en-US" sz="1500" kern="1200"/>
        </a:p>
      </dsp:txBody>
      <dsp:txXfrm>
        <a:off x="0" y="3591966"/>
        <a:ext cx="6858000" cy="326491"/>
      </dsp:txXfrm>
    </dsp:sp>
    <dsp:sp modelId="{F7EACBB2-C1E0-4683-BAD6-4816B5DCF90C}">
      <dsp:nvSpPr>
        <dsp:cNvPr id="0" name=""/>
        <dsp:cNvSpPr/>
      </dsp:nvSpPr>
      <dsp:spPr>
        <a:xfrm>
          <a:off x="0" y="3918458"/>
          <a:ext cx="6858000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843C5F-F3EB-4EFC-A542-C02057DC2658}">
      <dsp:nvSpPr>
        <dsp:cNvPr id="0" name=""/>
        <dsp:cNvSpPr/>
      </dsp:nvSpPr>
      <dsp:spPr>
        <a:xfrm>
          <a:off x="0" y="3918458"/>
          <a:ext cx="6858000" cy="3264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500" b="0" i="0" kern="1200" baseline="0"/>
            <a:t>Observații, limitări și direcții de îmbunătățire</a:t>
          </a:r>
          <a:endParaRPr lang="en-US" sz="1500" kern="1200"/>
        </a:p>
      </dsp:txBody>
      <dsp:txXfrm>
        <a:off x="0" y="3918458"/>
        <a:ext cx="6858000" cy="326491"/>
      </dsp:txXfrm>
    </dsp:sp>
    <dsp:sp modelId="{F247AD84-D6BB-4D14-8115-DEC54C9592E6}">
      <dsp:nvSpPr>
        <dsp:cNvPr id="0" name=""/>
        <dsp:cNvSpPr/>
      </dsp:nvSpPr>
      <dsp:spPr>
        <a:xfrm>
          <a:off x="0" y="4244950"/>
          <a:ext cx="6858000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538D5C-2814-4AE7-8CF5-918A093D2AE7}">
      <dsp:nvSpPr>
        <dsp:cNvPr id="0" name=""/>
        <dsp:cNvSpPr/>
      </dsp:nvSpPr>
      <dsp:spPr>
        <a:xfrm>
          <a:off x="0" y="4244950"/>
          <a:ext cx="6858000" cy="3264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500" b="0" i="0" kern="1200" baseline="0"/>
            <a:t>Concluzii</a:t>
          </a:r>
          <a:endParaRPr lang="en-US" sz="1500" kern="1200"/>
        </a:p>
      </dsp:txBody>
      <dsp:txXfrm>
        <a:off x="0" y="4244950"/>
        <a:ext cx="6858000" cy="32649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B1FA41-0BD7-4210-8AA9-AD5F314E905D}">
      <dsp:nvSpPr>
        <dsp:cNvPr id="0" name=""/>
        <dsp:cNvSpPr/>
      </dsp:nvSpPr>
      <dsp:spPr>
        <a:xfrm>
          <a:off x="0" y="0"/>
          <a:ext cx="6858000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3060D2-CF71-450B-B7BE-CD35A2DADE60}">
      <dsp:nvSpPr>
        <dsp:cNvPr id="0" name=""/>
        <dsp:cNvSpPr/>
      </dsp:nvSpPr>
      <dsp:spPr>
        <a:xfrm>
          <a:off x="0" y="0"/>
          <a:ext cx="6858000" cy="1143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300" kern="1200"/>
            <a:t>Redimensionare la o rezoluție fixă (224×224) pentru compatibilitate cu backbone CNN</a:t>
          </a:r>
          <a:endParaRPr lang="en-US" sz="2300" kern="1200"/>
        </a:p>
      </dsp:txBody>
      <dsp:txXfrm>
        <a:off x="0" y="0"/>
        <a:ext cx="6858000" cy="1143000"/>
      </dsp:txXfrm>
    </dsp:sp>
    <dsp:sp modelId="{9A6F325E-085C-4698-ADA3-49B8C229BC32}">
      <dsp:nvSpPr>
        <dsp:cNvPr id="0" name=""/>
        <dsp:cNvSpPr/>
      </dsp:nvSpPr>
      <dsp:spPr>
        <a:xfrm>
          <a:off x="0" y="1143000"/>
          <a:ext cx="6858000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5F67BD-78BC-4436-AC59-D24777F429A2}">
      <dsp:nvSpPr>
        <dsp:cNvPr id="0" name=""/>
        <dsp:cNvSpPr/>
      </dsp:nvSpPr>
      <dsp:spPr>
        <a:xfrm>
          <a:off x="0" y="1143000"/>
          <a:ext cx="6858000" cy="1143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300" kern="1200"/>
            <a:t>Conversia imaginii în tensor (format numeric) și normalizarea canalelor RGB</a:t>
          </a:r>
          <a:endParaRPr lang="en-US" sz="2300" kern="1200"/>
        </a:p>
      </dsp:txBody>
      <dsp:txXfrm>
        <a:off x="0" y="1143000"/>
        <a:ext cx="6858000" cy="1143000"/>
      </dsp:txXfrm>
    </dsp:sp>
    <dsp:sp modelId="{1A525FF7-7AC5-4FAC-8A2E-316119376616}">
      <dsp:nvSpPr>
        <dsp:cNvPr id="0" name=""/>
        <dsp:cNvSpPr/>
      </dsp:nvSpPr>
      <dsp:spPr>
        <a:xfrm>
          <a:off x="0" y="2286000"/>
          <a:ext cx="6858000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A9000E-FC4E-4C5F-8F3B-531EDCE09D8C}">
      <dsp:nvSpPr>
        <dsp:cNvPr id="0" name=""/>
        <dsp:cNvSpPr/>
      </dsp:nvSpPr>
      <dsp:spPr>
        <a:xfrm>
          <a:off x="0" y="2286000"/>
          <a:ext cx="6858000" cy="1143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300" kern="1200"/>
            <a:t>Normalizarea (mean/std ImageNet) pentru stabilitatea antrenării și compatibilitate cu modele pre-antrenate</a:t>
          </a:r>
          <a:endParaRPr lang="en-US" sz="2300" kern="1200"/>
        </a:p>
      </dsp:txBody>
      <dsp:txXfrm>
        <a:off x="0" y="2286000"/>
        <a:ext cx="6858000" cy="1143000"/>
      </dsp:txXfrm>
    </dsp:sp>
    <dsp:sp modelId="{888C1E31-765B-4AFB-8328-C3115DD06E1E}">
      <dsp:nvSpPr>
        <dsp:cNvPr id="0" name=""/>
        <dsp:cNvSpPr/>
      </dsp:nvSpPr>
      <dsp:spPr>
        <a:xfrm>
          <a:off x="0" y="3429000"/>
          <a:ext cx="6858000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64B4CD-121F-4F01-A8CE-DD89C7D165C4}">
      <dsp:nvSpPr>
        <dsp:cNvPr id="0" name=""/>
        <dsp:cNvSpPr/>
      </dsp:nvSpPr>
      <dsp:spPr>
        <a:xfrm>
          <a:off x="0" y="3429000"/>
          <a:ext cx="6858000" cy="1143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300" kern="1200"/>
            <a:t>Separarea transformărilor: pipeline specific train vs. pipeline specific validation</a:t>
          </a:r>
          <a:endParaRPr lang="en-US" sz="2300" kern="1200"/>
        </a:p>
      </dsp:txBody>
      <dsp:txXfrm>
        <a:off x="0" y="3429000"/>
        <a:ext cx="6858000" cy="1143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EC7340-ACD4-465B-9DE5-AB645ADF6B64}">
      <dsp:nvSpPr>
        <dsp:cNvPr id="0" name=""/>
        <dsp:cNvSpPr/>
      </dsp:nvSpPr>
      <dsp:spPr>
        <a:xfrm>
          <a:off x="0" y="73054"/>
          <a:ext cx="6858000" cy="142213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600" b="0" i="0" kern="1200" baseline="0" dirty="0"/>
            <a:t>Limitare: absența etichetelor → negativele </a:t>
          </a:r>
          <a:r>
            <a:rPr lang="ro-RO" sz="2600" b="0" i="0" kern="1200" baseline="0" dirty="0" err="1"/>
            <a:t>aleatoare</a:t>
          </a:r>
          <a:r>
            <a:rPr lang="ro-RO" sz="2600" b="0" i="0" kern="1200" baseline="0" dirty="0"/>
            <a:t> pot fi uneori „false </a:t>
          </a:r>
          <a:r>
            <a:rPr lang="ro-RO" sz="2600" b="0" i="0" kern="1200" baseline="0" dirty="0" err="1"/>
            <a:t>negatives</a:t>
          </a:r>
          <a:r>
            <a:rPr lang="ro-RO" sz="2600" b="0" i="0" kern="1200" baseline="0" dirty="0"/>
            <a:t>”</a:t>
          </a:r>
          <a:endParaRPr lang="en-US" sz="2600" kern="1200" dirty="0"/>
        </a:p>
      </dsp:txBody>
      <dsp:txXfrm>
        <a:off x="69423" y="142477"/>
        <a:ext cx="6719154" cy="1283289"/>
      </dsp:txXfrm>
    </dsp:sp>
    <dsp:sp modelId="{CD40B75D-1597-455F-81A6-0E8DF33FB6B5}">
      <dsp:nvSpPr>
        <dsp:cNvPr id="0" name=""/>
        <dsp:cNvSpPr/>
      </dsp:nvSpPr>
      <dsp:spPr>
        <a:xfrm>
          <a:off x="0" y="1570069"/>
          <a:ext cx="6858000" cy="1422135"/>
        </a:xfrm>
        <a:prstGeom prst="roundRect">
          <a:avLst/>
        </a:prstGeom>
        <a:solidFill>
          <a:schemeClr val="accent2">
            <a:hueOff val="3660536"/>
            <a:satOff val="-28971"/>
            <a:lumOff val="245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600" b="0" i="0" kern="1200" baseline="0"/>
            <a:t>Similaritatea învățată poate fi influențată de textură/culori, nu întotdeauna de semantică</a:t>
          </a:r>
          <a:endParaRPr lang="en-US" sz="2600" kern="1200"/>
        </a:p>
      </dsp:txBody>
      <dsp:txXfrm>
        <a:off x="69423" y="1639492"/>
        <a:ext cx="6719154" cy="1283289"/>
      </dsp:txXfrm>
    </dsp:sp>
    <dsp:sp modelId="{BB5C0715-084E-4865-8B5A-B9069CF48E46}">
      <dsp:nvSpPr>
        <dsp:cNvPr id="0" name=""/>
        <dsp:cNvSpPr/>
      </dsp:nvSpPr>
      <dsp:spPr>
        <a:xfrm>
          <a:off x="0" y="3067084"/>
          <a:ext cx="6858000" cy="1422135"/>
        </a:xfrm>
        <a:prstGeom prst="roundRect">
          <a:avLst/>
        </a:prstGeom>
        <a:solidFill>
          <a:schemeClr val="accent2">
            <a:hueOff val="7321072"/>
            <a:satOff val="-57942"/>
            <a:lumOff val="490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600" b="0" i="0" kern="1200" baseline="0"/>
            <a:t>Îmbunătățiri: strategii de hard negatives, loss modern (InfoNCE), model mai puternic (ResNet50/ViT)</a:t>
          </a:r>
          <a:endParaRPr lang="en-US" sz="2600" kern="1200"/>
        </a:p>
      </dsp:txBody>
      <dsp:txXfrm>
        <a:off x="69423" y="3136507"/>
        <a:ext cx="6719154" cy="128328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AE0B8F-BDBC-416A-A4FC-332E88974C19}">
      <dsp:nvSpPr>
        <dsp:cNvPr id="0" name=""/>
        <dsp:cNvSpPr/>
      </dsp:nvSpPr>
      <dsp:spPr>
        <a:xfrm>
          <a:off x="0" y="0"/>
          <a:ext cx="6041346" cy="110526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600" b="0" i="0" kern="1200" baseline="0" dirty="0"/>
            <a:t>A fost implementat un sistem CBIR complet, bazat pe învățarea unei reprezentări numerice pentru imagini și căutare Top-K prin distanțe.</a:t>
          </a:r>
          <a:endParaRPr lang="en-US" sz="1600" kern="1200" dirty="0"/>
        </a:p>
      </dsp:txBody>
      <dsp:txXfrm>
        <a:off x="32372" y="32372"/>
        <a:ext cx="4755281" cy="1040523"/>
      </dsp:txXfrm>
    </dsp:sp>
    <dsp:sp modelId="{FD83CD26-162D-44EA-97EF-D5DC5F9FE065}">
      <dsp:nvSpPr>
        <dsp:cNvPr id="0" name=""/>
        <dsp:cNvSpPr/>
      </dsp:nvSpPr>
      <dsp:spPr>
        <a:xfrm>
          <a:off x="505962" y="1306225"/>
          <a:ext cx="6041346" cy="110526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600" b="0" i="0" kern="1200" baseline="0"/>
            <a:t>Arhitectura siameză a permis antrenarea în regim self-supervised, folosind perechi pozitive/negative generate prin augmentări și eșantionare aleatoare.</a:t>
          </a:r>
          <a:endParaRPr lang="en-US" sz="1600" kern="1200"/>
        </a:p>
      </dsp:txBody>
      <dsp:txXfrm>
        <a:off x="538334" y="1338597"/>
        <a:ext cx="4752215" cy="1040523"/>
      </dsp:txXfrm>
    </dsp:sp>
    <dsp:sp modelId="{B8856DCC-B328-43CE-A141-0F02C8058A4D}">
      <dsp:nvSpPr>
        <dsp:cNvPr id="0" name=""/>
        <dsp:cNvSpPr/>
      </dsp:nvSpPr>
      <dsp:spPr>
        <a:xfrm>
          <a:off x="1004373" y="2612451"/>
          <a:ext cx="6041346" cy="110526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600" b="0" i="0" kern="1200" baseline="0"/>
            <a:t>Indexarea embedding-urilor a separat etapa de „prelucrare offline” de etapa de „interogare”, reducând costul de calcul la momentul căutării.</a:t>
          </a:r>
          <a:endParaRPr lang="en-US" sz="1600" kern="1200"/>
        </a:p>
      </dsp:txBody>
      <dsp:txXfrm>
        <a:off x="1036745" y="2644823"/>
        <a:ext cx="4759767" cy="1040523"/>
      </dsp:txXfrm>
    </dsp:sp>
    <dsp:sp modelId="{3D596638-BA97-4C6B-B707-D57061BC4F75}">
      <dsp:nvSpPr>
        <dsp:cNvPr id="0" name=""/>
        <dsp:cNvSpPr/>
      </dsp:nvSpPr>
      <dsp:spPr>
        <a:xfrm>
          <a:off x="1510336" y="3918677"/>
          <a:ext cx="6041346" cy="1105267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600" b="0" i="0" kern="1200" baseline="0"/>
            <a:t>Rezultatele vizuale indică faptul că spațiul de embedding capturează trăsături relevante pentru similaritate în cadrul setului de date utilizat.</a:t>
          </a:r>
          <a:endParaRPr lang="en-US" sz="1600" kern="1200"/>
        </a:p>
      </dsp:txBody>
      <dsp:txXfrm>
        <a:off x="1542708" y="3951049"/>
        <a:ext cx="4752215" cy="1040523"/>
      </dsp:txXfrm>
    </dsp:sp>
    <dsp:sp modelId="{38D9EB1E-7AC1-4732-A0F8-B5F87527B36F}">
      <dsp:nvSpPr>
        <dsp:cNvPr id="0" name=""/>
        <dsp:cNvSpPr/>
      </dsp:nvSpPr>
      <dsp:spPr>
        <a:xfrm>
          <a:off x="5322922" y="846534"/>
          <a:ext cx="718424" cy="718424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200" kern="1200"/>
        </a:p>
      </dsp:txBody>
      <dsp:txXfrm>
        <a:off x="5484567" y="846534"/>
        <a:ext cx="395134" cy="540614"/>
      </dsp:txXfrm>
    </dsp:sp>
    <dsp:sp modelId="{36B7A8D4-CA97-4518-86BD-2AE5B75994A5}">
      <dsp:nvSpPr>
        <dsp:cNvPr id="0" name=""/>
        <dsp:cNvSpPr/>
      </dsp:nvSpPr>
      <dsp:spPr>
        <a:xfrm>
          <a:off x="5828885" y="2152760"/>
          <a:ext cx="718424" cy="718424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200" kern="1200"/>
        </a:p>
      </dsp:txBody>
      <dsp:txXfrm>
        <a:off x="5990530" y="2152760"/>
        <a:ext cx="395134" cy="540614"/>
      </dsp:txXfrm>
    </dsp:sp>
    <dsp:sp modelId="{B67A7E92-986F-427A-902C-57A51B3B267E}">
      <dsp:nvSpPr>
        <dsp:cNvPr id="0" name=""/>
        <dsp:cNvSpPr/>
      </dsp:nvSpPr>
      <dsp:spPr>
        <a:xfrm>
          <a:off x="6327296" y="3458986"/>
          <a:ext cx="718424" cy="718424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200" kern="1200"/>
        </a:p>
      </dsp:txBody>
      <dsp:txXfrm>
        <a:off x="6488941" y="3458986"/>
        <a:ext cx="395134" cy="54061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ante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Substituent dată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9AA559-E8A8-4563-B6C9-8297645AE1FF}" type="datetimeFigureOut">
              <a:rPr lang="ro-RO" smtClean="0"/>
              <a:t>16.12.2025</a:t>
            </a:fld>
            <a:endParaRPr lang="ro-RO"/>
          </a:p>
        </p:txBody>
      </p:sp>
      <p:sp>
        <p:nvSpPr>
          <p:cNvPr id="4" name="Substituent imagine diapozitiv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Substituent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6" name="Substituent subsol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7" name="Substituent număr diapozitiv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CFDD01-351C-4C5C-8509-761EBB8CFED0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0171091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ubstituent număr diapozitiv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CFDD01-351C-4C5C-8509-761EBB8CFED0}" type="slidenum">
              <a:rPr lang="ro-RO" smtClean="0"/>
              <a:t>2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9144831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ubstituent număr diapozitiv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CFDD01-351C-4C5C-8509-761EBB8CFED0}" type="slidenum">
              <a:rPr lang="ro-RO" smtClean="0"/>
              <a:t>4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0356208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ubstituent număr diapozitiv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CFDD01-351C-4C5C-8509-761EBB8CFED0}" type="slidenum">
              <a:rPr lang="ro-RO" smtClean="0"/>
              <a:t>6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0459920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ubstituent număr diapozitiv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CFDD01-351C-4C5C-8509-761EBB8CFED0}" type="slidenum">
              <a:rPr lang="ro-RO" smtClean="0"/>
              <a:t>7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2383821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DD129-A8C2-419E-B641-6CC90F5073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1524000"/>
            <a:ext cx="10668000" cy="22860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B33C04-8A23-4499-A6EF-1D190F0FB3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4571999"/>
            <a:ext cx="10668000" cy="152400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FA99FB-5674-4BC5-949F-8D45EC167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63CF93-DD67-4FE2-8083-864693FE8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05E934-32B6-44B1-9622-67F30BDA3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7304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AF011-A499-4054-89BF-A4800A68F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FB6E8-D956-45B5-9B4A-9D31DF466B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CDB9DB-9E62-4292-915C-1DD413474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D462F1-BC30-4172-8353-363123A1D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92EE8A-96DF-4D7D-B434-778324756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660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8453A-F2B4-4EDB-B8FA-150267BC1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4000"/>
            <a:ext cx="10668000" cy="303847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C46C51-ADF1-48FC-A4D9-38C369E783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4589463"/>
            <a:ext cx="10668000" cy="150653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C43B56-4DC7-490B-AEFD-55ED1ECFF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4738F8-C4B2-41D8-B627-A6DDB24B2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F43D49-23F8-4C4B-9C30-EDC030EE6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1865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5556D-6916-42E6-8820-8A0D328A5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2747A5-C962-477F-89AA-A32385D579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2000" y="2285999"/>
            <a:ext cx="5151119" cy="38100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D08312-30FC-44D8-B2A9-B5CAAD9F06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8879" y="2285999"/>
            <a:ext cx="5151121" cy="38100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ED84EB-AF90-4F19-A376-0FE5E50F9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838ED0-2789-41E4-A36E-83F92CA2E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221A83-6D60-45F0-9173-5F6D2438B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882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FFAE2-03F4-4A94-86C4-9305B237C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62000"/>
            <a:ext cx="10668000" cy="152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BAC5A5-E184-46B6-8AB5-C8E132D362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2285999"/>
            <a:ext cx="5151119" cy="76199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DCFE87-5D80-45CB-9D13-DFC9AFCEC7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2000" y="3048000"/>
            <a:ext cx="5151119" cy="3048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AC1E5A-8423-4749-8EDA-E13425F696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8878" y="2286000"/>
            <a:ext cx="5151122" cy="76199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832AAA-4BB8-4A3D-9C79-516F82F800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8878" y="3048000"/>
            <a:ext cx="5151122" cy="3048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0BEC63-51D3-4C70-B804-BE9EF765A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5CA295-8563-402F-92C3-1F20C977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FA5918-109D-4342-84C0-9774A52C9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4391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F2662-CBD1-4498-9B6E-2961F5EF1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F739AE-8101-4C18-8CF3-911BDF397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EB1C88-D181-449C-9BE1-E85068C18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38A2C9-E93B-4F0A-A021-9E3AEBC3F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449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0AE8D9-9B42-438E-ADA6-CCFE45788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F792B9-A8AF-4E13-8A25-741E89691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3A2CF6-DBC5-4491-B213-B3CD09D31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8465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27076-58C8-494C-B6B1-DC86F62DD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61998"/>
            <a:ext cx="3810000" cy="1524002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29E36-0340-452F-8D0A-1BC3F3A388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0" y="762001"/>
            <a:ext cx="6096000" cy="5334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051C2E-E587-45E8-BDB1-DFF2F2791B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2000" y="2286000"/>
            <a:ext cx="3810000" cy="381000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21D993-DEDD-470E-B48B-CB053A55A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926C64-7401-4CA4-859F-74472AF86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108F41-F1F6-431C-9B45-8A447F188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1771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104FB-422C-4023-9381-EB12F1582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1" y="762000"/>
            <a:ext cx="3809999" cy="15240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DBA3AA-DE44-4B1F-91D1-09F67B89B9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34000" y="762001"/>
            <a:ext cx="6021388" cy="5334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27B131-5117-4106-80DB-2AB208C4C9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2001" y="2286000"/>
            <a:ext cx="3809999" cy="38100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13918A-7F23-4C72-8E80-591324A30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1071C8-76FE-4B83-8317-BD53C7C84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23681A-6F29-48FC-9409-319ED3E96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815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A5B09-FC60-445F-8A12-79869BEC6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A219F7-87F2-409F-BB0B-8FE9270C98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AC2BB8-59E0-4EB2-B3BE-59D8641EE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56984E-C0DE-461B-8011-8FC31B0EE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FE7C03-68D3-445E-A5A2-8A935CFC9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9831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21F0D7-112D-48B1-B32B-170B1AA2B5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43998" y="761999"/>
            <a:ext cx="2286000" cy="53340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27A7C1-8E5B-41DA-9802-F242D382B6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2001" y="761999"/>
            <a:ext cx="7619999" cy="5334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961CC7-F5B1-464A-8127-60645FB21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B94302-B381-4F37-A9FF-5CC551917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707151-541F-4104-B989-83A9DCA6E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9522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A6EF5A53-0A64-4CA5-B9C7-1CB97CB5CF1C}"/>
              </a:ext>
            </a:extLst>
          </p:cNvPr>
          <p:cNvSpPr/>
          <p:nvPr/>
        </p:nvSpPr>
        <p:spPr>
          <a:xfrm>
            <a:off x="8157843" y="6244836"/>
            <a:ext cx="4034156" cy="613164"/>
          </a:xfrm>
          <a:custGeom>
            <a:avLst/>
            <a:gdLst>
              <a:gd name="connsiteX0" fmla="*/ 1479137 w 4034156"/>
              <a:gd name="connsiteY0" fmla="*/ 230 h 613164"/>
              <a:gd name="connsiteX1" fmla="*/ 3482844 w 4034156"/>
              <a:gd name="connsiteY1" fmla="*/ 298555 h 613164"/>
              <a:gd name="connsiteX2" fmla="*/ 3831590 w 4034156"/>
              <a:gd name="connsiteY2" fmla="*/ 425010 h 613164"/>
              <a:gd name="connsiteX3" fmla="*/ 4034156 w 4034156"/>
              <a:gd name="connsiteY3" fmla="*/ 494088 h 613164"/>
              <a:gd name="connsiteX4" fmla="*/ 4034156 w 4034156"/>
              <a:gd name="connsiteY4" fmla="*/ 613164 h 613164"/>
              <a:gd name="connsiteX5" fmla="*/ 0 w 4034156"/>
              <a:gd name="connsiteY5" fmla="*/ 613164 h 613164"/>
              <a:gd name="connsiteX6" fmla="*/ 54792 w 4034156"/>
              <a:gd name="connsiteY6" fmla="*/ 512415 h 613164"/>
              <a:gd name="connsiteX7" fmla="*/ 168327 w 4034156"/>
              <a:gd name="connsiteY7" fmla="*/ 366637 h 613164"/>
              <a:gd name="connsiteX8" fmla="*/ 1192562 w 4034156"/>
              <a:gd name="connsiteY8" fmla="*/ 1522 h 613164"/>
              <a:gd name="connsiteX9" fmla="*/ 1479137 w 4034156"/>
              <a:gd name="connsiteY9" fmla="*/ 230 h 613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34156" h="613164">
                <a:moveTo>
                  <a:pt x="1479137" y="230"/>
                </a:moveTo>
                <a:cubicBezTo>
                  <a:pt x="2152575" y="4287"/>
                  <a:pt x="2854487" y="63583"/>
                  <a:pt x="3482844" y="298555"/>
                </a:cubicBezTo>
                <a:cubicBezTo>
                  <a:pt x="3599338" y="342114"/>
                  <a:pt x="3715540" y="384216"/>
                  <a:pt x="3831590" y="425010"/>
                </a:cubicBezTo>
                <a:lnTo>
                  <a:pt x="4034156" y="494088"/>
                </a:lnTo>
                <a:lnTo>
                  <a:pt x="4034156" y="613164"/>
                </a:lnTo>
                <a:lnTo>
                  <a:pt x="0" y="613164"/>
                </a:lnTo>
                <a:lnTo>
                  <a:pt x="54792" y="512415"/>
                </a:lnTo>
                <a:cubicBezTo>
                  <a:pt x="88888" y="459433"/>
                  <a:pt x="126502" y="410480"/>
                  <a:pt x="168327" y="366637"/>
                </a:cubicBezTo>
                <a:cubicBezTo>
                  <a:pt x="428292" y="94062"/>
                  <a:pt x="821899" y="6565"/>
                  <a:pt x="1192562" y="1522"/>
                </a:cubicBezTo>
                <a:cubicBezTo>
                  <a:pt x="1287308" y="198"/>
                  <a:pt x="1382932" y="-349"/>
                  <a:pt x="1479137" y="23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4ABFBEA-4EB0-4D02-A2C0-1733CD3D6F12}"/>
              </a:ext>
            </a:extLst>
          </p:cNvPr>
          <p:cNvSpPr/>
          <p:nvPr/>
        </p:nvSpPr>
        <p:spPr>
          <a:xfrm>
            <a:off x="1" y="688126"/>
            <a:ext cx="448491" cy="1634252"/>
          </a:xfrm>
          <a:custGeom>
            <a:avLst/>
            <a:gdLst>
              <a:gd name="connsiteX0" fmla="*/ 0 w 448491"/>
              <a:gd name="connsiteY0" fmla="*/ 0 h 1634252"/>
              <a:gd name="connsiteX1" fmla="*/ 12983 w 448491"/>
              <a:gd name="connsiteY1" fmla="*/ 10508 h 1634252"/>
              <a:gd name="connsiteX2" fmla="*/ 441611 w 448491"/>
              <a:gd name="connsiteY2" fmla="*/ 863751 h 1634252"/>
              <a:gd name="connsiteX3" fmla="*/ 251011 w 448491"/>
              <a:gd name="connsiteY3" fmla="*/ 1302895 h 1634252"/>
              <a:gd name="connsiteX4" fmla="*/ 74605 w 448491"/>
              <a:gd name="connsiteY4" fmla="*/ 1543249 h 1634252"/>
              <a:gd name="connsiteX5" fmla="*/ 0 w 448491"/>
              <a:gd name="connsiteY5" fmla="*/ 1634252 h 1634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8491" h="1634252">
                <a:moveTo>
                  <a:pt x="0" y="0"/>
                </a:moveTo>
                <a:lnTo>
                  <a:pt x="12983" y="10508"/>
                </a:lnTo>
                <a:cubicBezTo>
                  <a:pt x="278410" y="241022"/>
                  <a:pt x="489787" y="530267"/>
                  <a:pt x="441611" y="863751"/>
                </a:cubicBezTo>
                <a:cubicBezTo>
                  <a:pt x="418542" y="1022632"/>
                  <a:pt x="337007" y="1166302"/>
                  <a:pt x="251011" y="1302895"/>
                </a:cubicBezTo>
                <a:cubicBezTo>
                  <a:pt x="215138" y="1359902"/>
                  <a:pt x="154723" y="1442480"/>
                  <a:pt x="74605" y="1543249"/>
                </a:cubicBezTo>
                <a:lnTo>
                  <a:pt x="0" y="163425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900">
              <a:solidFill>
                <a:prstClr val="white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9E083F6-57F4-487B-A766-EA0462B1EED8}"/>
              </a:ext>
            </a:extLst>
          </p:cNvPr>
          <p:cNvSpPr/>
          <p:nvPr/>
        </p:nvSpPr>
        <p:spPr>
          <a:xfrm>
            <a:off x="7309459" y="6144069"/>
            <a:ext cx="4418271" cy="718159"/>
          </a:xfrm>
          <a:custGeom>
            <a:avLst/>
            <a:gdLst>
              <a:gd name="connsiteX0" fmla="*/ 1421452 w 4590626"/>
              <a:gd name="connsiteY0" fmla="*/ 0 h 713930"/>
              <a:gd name="connsiteX1" fmla="*/ 3247781 w 4590626"/>
              <a:gd name="connsiteY1" fmla="*/ 271915 h 713930"/>
              <a:gd name="connsiteX2" fmla="*/ 4517331 w 4590626"/>
              <a:gd name="connsiteY2" fmla="*/ 693394 h 713930"/>
              <a:gd name="connsiteX3" fmla="*/ 4590626 w 4590626"/>
              <a:gd name="connsiteY3" fmla="*/ 713930 h 713930"/>
              <a:gd name="connsiteX4" fmla="*/ 0 w 4590626"/>
              <a:gd name="connsiteY4" fmla="*/ 713930 h 713930"/>
              <a:gd name="connsiteX5" fmla="*/ 2854 w 4590626"/>
              <a:gd name="connsiteY5" fmla="*/ 705624 h 713930"/>
              <a:gd name="connsiteX6" fmla="*/ 226680 w 4590626"/>
              <a:gd name="connsiteY6" fmla="*/ 333970 h 713930"/>
              <a:gd name="connsiteX7" fmla="*/ 1160245 w 4590626"/>
              <a:gd name="connsiteY7" fmla="*/ 1178 h 713930"/>
              <a:gd name="connsiteX8" fmla="*/ 1421452 w 4590626"/>
              <a:gd name="connsiteY8" fmla="*/ 0 h 713930"/>
              <a:gd name="connsiteX0" fmla="*/ 1421452 w 4517331"/>
              <a:gd name="connsiteY0" fmla="*/ 0 h 713930"/>
              <a:gd name="connsiteX1" fmla="*/ 3247781 w 4517331"/>
              <a:gd name="connsiteY1" fmla="*/ 271915 h 713930"/>
              <a:gd name="connsiteX2" fmla="*/ 4517331 w 4517331"/>
              <a:gd name="connsiteY2" fmla="*/ 693394 h 713930"/>
              <a:gd name="connsiteX3" fmla="*/ 0 w 4517331"/>
              <a:gd name="connsiteY3" fmla="*/ 713930 h 713930"/>
              <a:gd name="connsiteX4" fmla="*/ 2854 w 4517331"/>
              <a:gd name="connsiteY4" fmla="*/ 705624 h 713930"/>
              <a:gd name="connsiteX5" fmla="*/ 226680 w 4517331"/>
              <a:gd name="connsiteY5" fmla="*/ 333970 h 713930"/>
              <a:gd name="connsiteX6" fmla="*/ 1160245 w 4517331"/>
              <a:gd name="connsiteY6" fmla="*/ 1178 h 713930"/>
              <a:gd name="connsiteX7" fmla="*/ 1421452 w 4517331"/>
              <a:gd name="connsiteY7" fmla="*/ 0 h 713930"/>
              <a:gd name="connsiteX0" fmla="*/ 0 w 4608771"/>
              <a:gd name="connsiteY0" fmla="*/ 713930 h 784834"/>
              <a:gd name="connsiteX1" fmla="*/ 2854 w 4608771"/>
              <a:gd name="connsiteY1" fmla="*/ 705624 h 784834"/>
              <a:gd name="connsiteX2" fmla="*/ 226680 w 4608771"/>
              <a:gd name="connsiteY2" fmla="*/ 333970 h 784834"/>
              <a:gd name="connsiteX3" fmla="*/ 1160245 w 4608771"/>
              <a:gd name="connsiteY3" fmla="*/ 1178 h 784834"/>
              <a:gd name="connsiteX4" fmla="*/ 1421452 w 4608771"/>
              <a:gd name="connsiteY4" fmla="*/ 0 h 784834"/>
              <a:gd name="connsiteX5" fmla="*/ 3247781 w 4608771"/>
              <a:gd name="connsiteY5" fmla="*/ 271915 h 784834"/>
              <a:gd name="connsiteX6" fmla="*/ 4608771 w 4608771"/>
              <a:gd name="connsiteY6" fmla="*/ 784834 h 784834"/>
              <a:gd name="connsiteX0" fmla="*/ 0 w 4418271"/>
              <a:gd name="connsiteY0" fmla="*/ 713930 h 718159"/>
              <a:gd name="connsiteX1" fmla="*/ 2854 w 4418271"/>
              <a:gd name="connsiteY1" fmla="*/ 705624 h 718159"/>
              <a:gd name="connsiteX2" fmla="*/ 226680 w 4418271"/>
              <a:gd name="connsiteY2" fmla="*/ 333970 h 718159"/>
              <a:gd name="connsiteX3" fmla="*/ 1160245 w 4418271"/>
              <a:gd name="connsiteY3" fmla="*/ 1178 h 718159"/>
              <a:gd name="connsiteX4" fmla="*/ 1421452 w 4418271"/>
              <a:gd name="connsiteY4" fmla="*/ 0 h 718159"/>
              <a:gd name="connsiteX5" fmla="*/ 3247781 w 4418271"/>
              <a:gd name="connsiteY5" fmla="*/ 271915 h 718159"/>
              <a:gd name="connsiteX6" fmla="*/ 4418271 w 4418271"/>
              <a:gd name="connsiteY6" fmla="*/ 718159 h 718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18271" h="718159">
                <a:moveTo>
                  <a:pt x="0" y="713930"/>
                </a:moveTo>
                <a:lnTo>
                  <a:pt x="2854" y="705624"/>
                </a:lnTo>
                <a:cubicBezTo>
                  <a:pt x="60059" y="562888"/>
                  <a:pt x="131373" y="433874"/>
                  <a:pt x="226680" y="333970"/>
                </a:cubicBezTo>
                <a:cubicBezTo>
                  <a:pt x="463632" y="85526"/>
                  <a:pt x="822395" y="5774"/>
                  <a:pt x="1160245" y="1178"/>
                </a:cubicBezTo>
                <a:lnTo>
                  <a:pt x="1421452" y="0"/>
                </a:lnTo>
                <a:cubicBezTo>
                  <a:pt x="2035274" y="3698"/>
                  <a:pt x="2748311" y="152222"/>
                  <a:pt x="3247781" y="271915"/>
                </a:cubicBezTo>
                <a:cubicBezTo>
                  <a:pt x="3747251" y="391608"/>
                  <a:pt x="3902480" y="501606"/>
                  <a:pt x="4418271" y="718159"/>
                </a:cubicBezTo>
              </a:path>
            </a:pathLst>
          </a:cu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A2F988-7148-4375-83D8-12EE5EBC7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62000"/>
            <a:ext cx="106680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896238-C5B3-4F3C-97FA-890E1A51A2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2286000"/>
            <a:ext cx="10668000" cy="38180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6E4474-0442-4E4B-9E5B-CA7B3951C1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389165" y="194320"/>
            <a:ext cx="20408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  <a:alpha val="70000"/>
                  </a:schemeClr>
                </a:solidFill>
              </a:defRPr>
            </a:lvl1pPr>
          </a:lstStyle>
          <a:p>
            <a:fld id="{76969C88-B244-455D-A017-012B25B1ACDD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626A98-F887-40E1-B9BA-9D93DE90E0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1999" y="6356350"/>
            <a:ext cx="66128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2C8119-73F6-4713-9AD3-3628DCDFB8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06000" y="6356350"/>
            <a:ext cx="1524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  <a:alpha val="70000"/>
                  </a:schemeClr>
                </a:solidFill>
              </a:defRPr>
            </a:lvl1pPr>
          </a:lstStyle>
          <a:p>
            <a:fld id="{07CE569E-9B7C-4CB9-AB80-C0841F922C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69039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43" r:id="rId6"/>
    <p:sldLayoutId id="2147483739" r:id="rId7"/>
    <p:sldLayoutId id="2147483740" r:id="rId8"/>
    <p:sldLayoutId id="2147483741" r:id="rId9"/>
    <p:sldLayoutId id="2147483742" r:id="rId10"/>
    <p:sldLayoutId id="214748374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5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orch.org/tutorials/beginner/basics/data_tutorial.html" TargetMode="External"/><Relationship Id="rId2" Type="http://schemas.openxmlformats.org/officeDocument/2006/relationships/hyperlink" Target="https://www.kaggle.com/datasets/theaayushbajaj/cbir-dataset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researchgate.net/publication/4246277_Dimensionality_Reduction_by_Learning_an_Invariant_Mapping" TargetMode="External"/><Relationship Id="rId4" Type="http://schemas.openxmlformats.org/officeDocument/2006/relationships/hyperlink" Target="https://docs.pytorch.org/vision/main/models/generated/torchvision.models.resnet18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A18C9FB-EC4C-4DAE-8F7D-C6E5AF607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Titlu 1">
            <a:extLst>
              <a:ext uri="{FF2B5EF4-FFF2-40B4-BE49-F238E27FC236}">
                <a16:creationId xmlns:a16="http://schemas.microsoft.com/office/drawing/2014/main" id="{9BEA5B86-5904-64FA-08E8-C06EB99D0F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0" y="753765"/>
            <a:ext cx="4572000" cy="3056235"/>
          </a:xfrm>
        </p:spPr>
        <p:txBody>
          <a:bodyPr>
            <a:normAutofit/>
          </a:bodyPr>
          <a:lstStyle/>
          <a:p>
            <a:pPr algn="l"/>
            <a:r>
              <a:rPr lang="ro-RO" sz="4400"/>
              <a:t>Content-Based Image Retrieval Project</a:t>
            </a:r>
          </a:p>
        </p:txBody>
      </p:sp>
      <p:sp>
        <p:nvSpPr>
          <p:cNvPr id="3" name="Subtitlu 2">
            <a:extLst>
              <a:ext uri="{FF2B5EF4-FFF2-40B4-BE49-F238E27FC236}">
                <a16:creationId xmlns:a16="http://schemas.microsoft.com/office/drawing/2014/main" id="{9A1D5101-AD43-A311-E911-A3C1C3EB58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7999" y="4571999"/>
            <a:ext cx="4571999" cy="1524000"/>
          </a:xfrm>
        </p:spPr>
        <p:txBody>
          <a:bodyPr>
            <a:normAutofit/>
          </a:bodyPr>
          <a:lstStyle/>
          <a:p>
            <a:pPr algn="l">
              <a:lnSpc>
                <a:spcPct val="115000"/>
              </a:lnSpc>
            </a:pPr>
            <a:r>
              <a:rPr lang="en-US" sz="2000" b="1"/>
              <a:t>Master:</a:t>
            </a:r>
            <a:r>
              <a:rPr lang="en-US" sz="2000"/>
              <a:t> TAID, </a:t>
            </a:r>
            <a:r>
              <a:rPr lang="en-US" sz="2000" err="1"/>
              <a:t>anul</a:t>
            </a:r>
            <a:r>
              <a:rPr lang="en-US" sz="2000"/>
              <a:t> 2</a:t>
            </a:r>
            <a:endParaRPr lang="ro-RO" sz="2000"/>
          </a:p>
          <a:p>
            <a:pPr algn="l">
              <a:lnSpc>
                <a:spcPct val="115000"/>
              </a:lnSpc>
            </a:pPr>
            <a:r>
              <a:rPr lang="en-US" sz="2000" b="1" err="1"/>
              <a:t>Echipa</a:t>
            </a:r>
            <a:r>
              <a:rPr lang="en-US" sz="2000" b="1"/>
              <a:t>:</a:t>
            </a:r>
            <a:r>
              <a:rPr lang="en-US" sz="2000"/>
              <a:t> Bo</a:t>
            </a:r>
            <a:r>
              <a:rPr lang="ro-RO" sz="2000" err="1"/>
              <a:t>șcan</a:t>
            </a:r>
            <a:r>
              <a:rPr lang="ro-RO" sz="2000"/>
              <a:t> Tiberiu-Ioan, Ion Florentin-Georgian, </a:t>
            </a:r>
            <a:r>
              <a:rPr lang="ro-RO" sz="2000" err="1"/>
              <a:t>Stancovici</a:t>
            </a:r>
            <a:r>
              <a:rPr lang="ro-RO" sz="2000"/>
              <a:t> Marian</a:t>
            </a:r>
          </a:p>
          <a:p>
            <a:pPr algn="l">
              <a:lnSpc>
                <a:spcPct val="115000"/>
              </a:lnSpc>
            </a:pPr>
            <a:endParaRPr lang="ro-RO" sz="2000"/>
          </a:p>
        </p:txBody>
      </p:sp>
      <p:pic>
        <p:nvPicPr>
          <p:cNvPr id="4" name="Picture 3" descr="O imagine care conține Color, artă&#10;&#10;Conținutul generat de inteligența artificială poate fi incorect.">
            <a:extLst>
              <a:ext uri="{FF2B5EF4-FFF2-40B4-BE49-F238E27FC236}">
                <a16:creationId xmlns:a16="http://schemas.microsoft.com/office/drawing/2014/main" id="{21E25A13-5BB7-7C2E-84BD-BCDBECCC99E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954" r="14064" b="-1"/>
          <a:stretch>
            <a:fillRect/>
          </a:stretch>
        </p:blipFill>
        <p:spPr>
          <a:xfrm>
            <a:off x="2" y="10"/>
            <a:ext cx="5578823" cy="6028246"/>
          </a:xfrm>
          <a:custGeom>
            <a:avLst/>
            <a:gdLst/>
            <a:ahLst/>
            <a:cxnLst/>
            <a:rect l="l" t="t" r="r" b="b"/>
            <a:pathLst>
              <a:path w="5578823" h="6028256">
                <a:moveTo>
                  <a:pt x="0" y="0"/>
                </a:moveTo>
                <a:lnTo>
                  <a:pt x="3897606" y="0"/>
                </a:lnTo>
                <a:lnTo>
                  <a:pt x="4274232" y="360545"/>
                </a:lnTo>
                <a:cubicBezTo>
                  <a:pt x="4408856" y="488910"/>
                  <a:pt x="4542134" y="615181"/>
                  <a:pt x="4673934" y="738354"/>
                </a:cubicBezTo>
                <a:cubicBezTo>
                  <a:pt x="5042663" y="1082881"/>
                  <a:pt x="5282330" y="1428108"/>
                  <a:pt x="5421862" y="1773839"/>
                </a:cubicBezTo>
                <a:cubicBezTo>
                  <a:pt x="5631101" y="2292214"/>
                  <a:pt x="5614731" y="2811325"/>
                  <a:pt x="5469198" y="3329255"/>
                </a:cubicBezTo>
                <a:cubicBezTo>
                  <a:pt x="5323662" y="3847185"/>
                  <a:pt x="5048962" y="4363935"/>
                  <a:pt x="4741546" y="4877588"/>
                </a:cubicBezTo>
                <a:cubicBezTo>
                  <a:pt x="4027238" y="6071494"/>
                  <a:pt x="2764972" y="6102970"/>
                  <a:pt x="1325600" y="5980388"/>
                </a:cubicBezTo>
                <a:cubicBezTo>
                  <a:pt x="903947" y="5944442"/>
                  <a:pt x="499735" y="5907589"/>
                  <a:pt x="137593" y="5804042"/>
                </a:cubicBezTo>
                <a:lnTo>
                  <a:pt x="0" y="5760161"/>
                </a:lnTo>
                <a:close/>
              </a:path>
            </a:pathLst>
          </a:custGeom>
        </p:spPr>
      </p:pic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47A9921-6509-49C2-BEBF-924F280660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5704117" cy="6096000"/>
          </a:xfrm>
          <a:custGeom>
            <a:avLst/>
            <a:gdLst>
              <a:gd name="connsiteX0" fmla="*/ 0 w 5704117"/>
              <a:gd name="connsiteY0" fmla="*/ 0 h 6096000"/>
              <a:gd name="connsiteX1" fmla="*/ 4562795 w 5704117"/>
              <a:gd name="connsiteY1" fmla="*/ 0 h 6096000"/>
              <a:gd name="connsiteX2" fmla="*/ 4721192 w 5704117"/>
              <a:gd name="connsiteY2" fmla="*/ 133595 h 6096000"/>
              <a:gd name="connsiteX3" fmla="*/ 5467522 w 5704117"/>
              <a:gd name="connsiteY3" fmla="*/ 1054328 h 6096000"/>
              <a:gd name="connsiteX4" fmla="*/ 5538873 w 5704117"/>
              <a:gd name="connsiteY4" fmla="*/ 2897564 h 6096000"/>
              <a:gd name="connsiteX5" fmla="*/ 4442050 w 5704117"/>
              <a:gd name="connsiteY5" fmla="*/ 4732407 h 6096000"/>
              <a:gd name="connsiteX6" fmla="*/ 93046 w 5704117"/>
              <a:gd name="connsiteY6" fmla="*/ 6082857 h 6096000"/>
              <a:gd name="connsiteX7" fmla="*/ 0 w 5704117"/>
              <a:gd name="connsiteY7" fmla="*/ 6078450 h 6096000"/>
              <a:gd name="connsiteX0" fmla="*/ 4562795 w 5704117"/>
              <a:gd name="connsiteY0" fmla="*/ 0 h 6096000"/>
              <a:gd name="connsiteX1" fmla="*/ 4721192 w 5704117"/>
              <a:gd name="connsiteY1" fmla="*/ 133595 h 6096000"/>
              <a:gd name="connsiteX2" fmla="*/ 5467522 w 5704117"/>
              <a:gd name="connsiteY2" fmla="*/ 1054328 h 6096000"/>
              <a:gd name="connsiteX3" fmla="*/ 5538873 w 5704117"/>
              <a:gd name="connsiteY3" fmla="*/ 2897564 h 6096000"/>
              <a:gd name="connsiteX4" fmla="*/ 4442050 w 5704117"/>
              <a:gd name="connsiteY4" fmla="*/ 4732407 h 6096000"/>
              <a:gd name="connsiteX5" fmla="*/ 93046 w 5704117"/>
              <a:gd name="connsiteY5" fmla="*/ 6082857 h 6096000"/>
              <a:gd name="connsiteX6" fmla="*/ 0 w 5704117"/>
              <a:gd name="connsiteY6" fmla="*/ 6078450 h 6096000"/>
              <a:gd name="connsiteX7" fmla="*/ 91440 w 5704117"/>
              <a:gd name="connsiteY7" fmla="*/ 91440 h 6096000"/>
              <a:gd name="connsiteX0" fmla="*/ 4562795 w 5704117"/>
              <a:gd name="connsiteY0" fmla="*/ 0 h 6096000"/>
              <a:gd name="connsiteX1" fmla="*/ 4721192 w 5704117"/>
              <a:gd name="connsiteY1" fmla="*/ 133595 h 6096000"/>
              <a:gd name="connsiteX2" fmla="*/ 5467522 w 5704117"/>
              <a:gd name="connsiteY2" fmla="*/ 1054328 h 6096000"/>
              <a:gd name="connsiteX3" fmla="*/ 5538873 w 5704117"/>
              <a:gd name="connsiteY3" fmla="*/ 2897564 h 6096000"/>
              <a:gd name="connsiteX4" fmla="*/ 4442050 w 5704117"/>
              <a:gd name="connsiteY4" fmla="*/ 4732407 h 6096000"/>
              <a:gd name="connsiteX5" fmla="*/ 93046 w 5704117"/>
              <a:gd name="connsiteY5" fmla="*/ 6082857 h 6096000"/>
              <a:gd name="connsiteX6" fmla="*/ 0 w 5704117"/>
              <a:gd name="connsiteY6" fmla="*/ 6078450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04117" h="6096000">
                <a:moveTo>
                  <a:pt x="4562795" y="0"/>
                </a:moveTo>
                <a:lnTo>
                  <a:pt x="4721192" y="133595"/>
                </a:lnTo>
                <a:cubicBezTo>
                  <a:pt x="5067135" y="440105"/>
                  <a:pt x="5309779" y="747048"/>
                  <a:pt x="5467522" y="1054328"/>
                </a:cubicBezTo>
                <a:cubicBezTo>
                  <a:pt x="5782917" y="1668625"/>
                  <a:pt x="5758242" y="2283795"/>
                  <a:pt x="5538873" y="2897564"/>
                </a:cubicBezTo>
                <a:cubicBezTo>
                  <a:pt x="5319500" y="3511334"/>
                  <a:pt x="4905433" y="4123706"/>
                  <a:pt x="4442050" y="4732407"/>
                </a:cubicBezTo>
                <a:cubicBezTo>
                  <a:pt x="3499930" y="5970384"/>
                  <a:pt x="1925433" y="6153690"/>
                  <a:pt x="93046" y="6082857"/>
                </a:cubicBezTo>
                <a:lnTo>
                  <a:pt x="0" y="6078450"/>
                </a:lnTo>
              </a:path>
            </a:pathLst>
          </a:cu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prstClr val="white"/>
              </a:solidFill>
              <a:latin typeface="Avenir Next LT Pro Light"/>
            </a:endParaRPr>
          </a:p>
        </p:txBody>
      </p:sp>
    </p:spTree>
    <p:extLst>
      <p:ext uri="{BB962C8B-B14F-4D97-AF65-F5344CB8AC3E}">
        <p14:creationId xmlns:p14="http://schemas.microsoft.com/office/powerpoint/2010/main" val="6411216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87A0FBA-CC04-4256-A8EB-BB3C543E98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699B66A-3779-48B9-9963-C9339B22B0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8122584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4873590 h 6858000"/>
              <a:gd name="connsiteX3" fmla="*/ 10378112 w 12192000"/>
              <a:gd name="connsiteY3" fmla="*/ 6858000 h 6858000"/>
              <a:gd name="connsiteX4" fmla="*/ 0 w 12192000"/>
              <a:gd name="connsiteY4" fmla="*/ 6858000 h 6858000"/>
              <a:gd name="connsiteX5" fmla="*/ 0 w 12192000"/>
              <a:gd name="connsiteY5" fmla="*/ 6089634 h 6858000"/>
              <a:gd name="connsiteX6" fmla="*/ 3284 w 12192000"/>
              <a:gd name="connsiteY6" fmla="*/ 6081001 h 6858000"/>
              <a:gd name="connsiteX7" fmla="*/ 208318 w 12192000"/>
              <a:gd name="connsiteY7" fmla="*/ 5663571 h 6858000"/>
              <a:gd name="connsiteX8" fmla="*/ 2466868 w 12192000"/>
              <a:gd name="connsiteY8" fmla="*/ 3280365 h 6858000"/>
              <a:gd name="connsiteX9" fmla="*/ 5859655 w 12192000"/>
              <a:gd name="connsiteY9" fmla="*/ 1043504 h 6858000"/>
              <a:gd name="connsiteX10" fmla="*/ 8002287 w 12192000"/>
              <a:gd name="connsiteY10" fmla="*/ 373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92000" h="6858000">
                <a:moveTo>
                  <a:pt x="8122584" y="0"/>
                </a:moveTo>
                <a:lnTo>
                  <a:pt x="12192000" y="0"/>
                </a:lnTo>
                <a:lnTo>
                  <a:pt x="12192000" y="4873590"/>
                </a:lnTo>
                <a:lnTo>
                  <a:pt x="10378112" y="6858000"/>
                </a:lnTo>
                <a:lnTo>
                  <a:pt x="0" y="6858000"/>
                </a:lnTo>
                <a:lnTo>
                  <a:pt x="0" y="6089634"/>
                </a:lnTo>
                <a:lnTo>
                  <a:pt x="3284" y="6081001"/>
                </a:lnTo>
                <a:cubicBezTo>
                  <a:pt x="61888" y="5940761"/>
                  <a:pt x="130457" y="5801643"/>
                  <a:pt x="208318" y="5663571"/>
                </a:cubicBezTo>
                <a:cubicBezTo>
                  <a:pt x="675237" y="4835483"/>
                  <a:pt x="1476533" y="4045730"/>
                  <a:pt x="2466868" y="3280365"/>
                </a:cubicBezTo>
                <a:cubicBezTo>
                  <a:pt x="3457206" y="2515002"/>
                  <a:pt x="4636583" y="1774030"/>
                  <a:pt x="5859655" y="1043504"/>
                </a:cubicBezTo>
                <a:cubicBezTo>
                  <a:pt x="6636899" y="579200"/>
                  <a:pt x="7344556" y="254766"/>
                  <a:pt x="8002287" y="37397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D2088EB-F82A-4CF7-A658-5EB0B344D7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3371" y="0"/>
            <a:ext cx="7017182" cy="6858000"/>
          </a:xfrm>
          <a:custGeom>
            <a:avLst/>
            <a:gdLst>
              <a:gd name="connsiteX0" fmla="*/ 7017182 w 11818630"/>
              <a:gd name="connsiteY0" fmla="*/ 0 h 6858000"/>
              <a:gd name="connsiteX1" fmla="*/ 11818630 w 11818630"/>
              <a:gd name="connsiteY1" fmla="*/ 0 h 6858000"/>
              <a:gd name="connsiteX2" fmla="*/ 11818630 w 11818630"/>
              <a:gd name="connsiteY2" fmla="*/ 4489505 h 6858000"/>
              <a:gd name="connsiteX3" fmla="*/ 11816460 w 11818630"/>
              <a:gd name="connsiteY3" fmla="*/ 4492187 h 6858000"/>
              <a:gd name="connsiteX4" fmla="*/ 10354815 w 11818630"/>
              <a:gd name="connsiteY4" fmla="*/ 6321870 h 6858000"/>
              <a:gd name="connsiteX5" fmla="*/ 9928370 w 11818630"/>
              <a:gd name="connsiteY5" fmla="*/ 6858000 h 6858000"/>
              <a:gd name="connsiteX6" fmla="*/ 0 w 11818630"/>
              <a:gd name="connsiteY6" fmla="*/ 6858000 h 6858000"/>
              <a:gd name="connsiteX7" fmla="*/ 15548 w 11818630"/>
              <a:gd name="connsiteY7" fmla="*/ 6741317 h 6858000"/>
              <a:gd name="connsiteX8" fmla="*/ 387858 w 11818630"/>
              <a:gd name="connsiteY8" fmla="*/ 5632555 h 6858000"/>
              <a:gd name="connsiteX9" fmla="*/ 2494163 w 11818630"/>
              <a:gd name="connsiteY9" fmla="*/ 3131046 h 6858000"/>
              <a:gd name="connsiteX10" fmla="*/ 5658249 w 11818630"/>
              <a:gd name="connsiteY10" fmla="*/ 783147 h 6858000"/>
              <a:gd name="connsiteX11" fmla="*/ 6840702 w 11818630"/>
              <a:gd name="connsiteY11" fmla="*/ 85078 h 6858000"/>
              <a:gd name="connsiteX0" fmla="*/ 0 w 11818630"/>
              <a:gd name="connsiteY0" fmla="*/ 6858000 h 6949440"/>
              <a:gd name="connsiteX1" fmla="*/ 15548 w 11818630"/>
              <a:gd name="connsiteY1" fmla="*/ 6741317 h 6949440"/>
              <a:gd name="connsiteX2" fmla="*/ 387858 w 11818630"/>
              <a:gd name="connsiteY2" fmla="*/ 5632555 h 6949440"/>
              <a:gd name="connsiteX3" fmla="*/ 2494163 w 11818630"/>
              <a:gd name="connsiteY3" fmla="*/ 3131046 h 6949440"/>
              <a:gd name="connsiteX4" fmla="*/ 5658249 w 11818630"/>
              <a:gd name="connsiteY4" fmla="*/ 783147 h 6949440"/>
              <a:gd name="connsiteX5" fmla="*/ 6840702 w 11818630"/>
              <a:gd name="connsiteY5" fmla="*/ 85078 h 6949440"/>
              <a:gd name="connsiteX6" fmla="*/ 7017182 w 11818630"/>
              <a:gd name="connsiteY6" fmla="*/ 0 h 6949440"/>
              <a:gd name="connsiteX7" fmla="*/ 11818630 w 11818630"/>
              <a:gd name="connsiteY7" fmla="*/ 0 h 6949440"/>
              <a:gd name="connsiteX8" fmla="*/ 11818630 w 11818630"/>
              <a:gd name="connsiteY8" fmla="*/ 4489505 h 6949440"/>
              <a:gd name="connsiteX9" fmla="*/ 11816460 w 11818630"/>
              <a:gd name="connsiteY9" fmla="*/ 4492187 h 6949440"/>
              <a:gd name="connsiteX10" fmla="*/ 10354815 w 11818630"/>
              <a:gd name="connsiteY10" fmla="*/ 6321870 h 6949440"/>
              <a:gd name="connsiteX11" fmla="*/ 10019810 w 11818630"/>
              <a:gd name="connsiteY11" fmla="*/ 6949440 h 6949440"/>
              <a:gd name="connsiteX0" fmla="*/ 0 w 11818630"/>
              <a:gd name="connsiteY0" fmla="*/ 6858000 h 6886066"/>
              <a:gd name="connsiteX1" fmla="*/ 15548 w 11818630"/>
              <a:gd name="connsiteY1" fmla="*/ 6741317 h 6886066"/>
              <a:gd name="connsiteX2" fmla="*/ 387858 w 11818630"/>
              <a:gd name="connsiteY2" fmla="*/ 5632555 h 6886066"/>
              <a:gd name="connsiteX3" fmla="*/ 2494163 w 11818630"/>
              <a:gd name="connsiteY3" fmla="*/ 3131046 h 6886066"/>
              <a:gd name="connsiteX4" fmla="*/ 5658249 w 11818630"/>
              <a:gd name="connsiteY4" fmla="*/ 783147 h 6886066"/>
              <a:gd name="connsiteX5" fmla="*/ 6840702 w 11818630"/>
              <a:gd name="connsiteY5" fmla="*/ 85078 h 6886066"/>
              <a:gd name="connsiteX6" fmla="*/ 7017182 w 11818630"/>
              <a:gd name="connsiteY6" fmla="*/ 0 h 6886066"/>
              <a:gd name="connsiteX7" fmla="*/ 11818630 w 11818630"/>
              <a:gd name="connsiteY7" fmla="*/ 0 h 6886066"/>
              <a:gd name="connsiteX8" fmla="*/ 11818630 w 11818630"/>
              <a:gd name="connsiteY8" fmla="*/ 4489505 h 6886066"/>
              <a:gd name="connsiteX9" fmla="*/ 11816460 w 11818630"/>
              <a:gd name="connsiteY9" fmla="*/ 4492187 h 6886066"/>
              <a:gd name="connsiteX10" fmla="*/ 10354815 w 11818630"/>
              <a:gd name="connsiteY10" fmla="*/ 6321870 h 6886066"/>
              <a:gd name="connsiteX11" fmla="*/ 9902115 w 11818630"/>
              <a:gd name="connsiteY11" fmla="*/ 6886066 h 6886066"/>
              <a:gd name="connsiteX0" fmla="*/ 0 w 11818630"/>
              <a:gd name="connsiteY0" fmla="*/ 6858000 h 6858000"/>
              <a:gd name="connsiteX1" fmla="*/ 15548 w 11818630"/>
              <a:gd name="connsiteY1" fmla="*/ 6741317 h 6858000"/>
              <a:gd name="connsiteX2" fmla="*/ 387858 w 11818630"/>
              <a:gd name="connsiteY2" fmla="*/ 5632555 h 6858000"/>
              <a:gd name="connsiteX3" fmla="*/ 2494163 w 11818630"/>
              <a:gd name="connsiteY3" fmla="*/ 3131046 h 6858000"/>
              <a:gd name="connsiteX4" fmla="*/ 5658249 w 11818630"/>
              <a:gd name="connsiteY4" fmla="*/ 783147 h 6858000"/>
              <a:gd name="connsiteX5" fmla="*/ 6840702 w 11818630"/>
              <a:gd name="connsiteY5" fmla="*/ 85078 h 6858000"/>
              <a:gd name="connsiteX6" fmla="*/ 7017182 w 11818630"/>
              <a:gd name="connsiteY6" fmla="*/ 0 h 6858000"/>
              <a:gd name="connsiteX7" fmla="*/ 11818630 w 11818630"/>
              <a:gd name="connsiteY7" fmla="*/ 0 h 6858000"/>
              <a:gd name="connsiteX8" fmla="*/ 11818630 w 11818630"/>
              <a:gd name="connsiteY8" fmla="*/ 4489505 h 6858000"/>
              <a:gd name="connsiteX9" fmla="*/ 11816460 w 11818630"/>
              <a:gd name="connsiteY9" fmla="*/ 4492187 h 6858000"/>
              <a:gd name="connsiteX10" fmla="*/ 10354815 w 11818630"/>
              <a:gd name="connsiteY10" fmla="*/ 6321870 h 6858000"/>
              <a:gd name="connsiteX0" fmla="*/ 0 w 11818630"/>
              <a:gd name="connsiteY0" fmla="*/ 6858000 h 6858000"/>
              <a:gd name="connsiteX1" fmla="*/ 15548 w 11818630"/>
              <a:gd name="connsiteY1" fmla="*/ 6741317 h 6858000"/>
              <a:gd name="connsiteX2" fmla="*/ 387858 w 11818630"/>
              <a:gd name="connsiteY2" fmla="*/ 5632555 h 6858000"/>
              <a:gd name="connsiteX3" fmla="*/ 2494163 w 11818630"/>
              <a:gd name="connsiteY3" fmla="*/ 3131046 h 6858000"/>
              <a:gd name="connsiteX4" fmla="*/ 5658249 w 11818630"/>
              <a:gd name="connsiteY4" fmla="*/ 783147 h 6858000"/>
              <a:gd name="connsiteX5" fmla="*/ 6840702 w 11818630"/>
              <a:gd name="connsiteY5" fmla="*/ 85078 h 6858000"/>
              <a:gd name="connsiteX6" fmla="*/ 7017182 w 11818630"/>
              <a:gd name="connsiteY6" fmla="*/ 0 h 6858000"/>
              <a:gd name="connsiteX7" fmla="*/ 11818630 w 11818630"/>
              <a:gd name="connsiteY7" fmla="*/ 0 h 6858000"/>
              <a:gd name="connsiteX8" fmla="*/ 11818630 w 11818630"/>
              <a:gd name="connsiteY8" fmla="*/ 4489505 h 6858000"/>
              <a:gd name="connsiteX9" fmla="*/ 11816460 w 11818630"/>
              <a:gd name="connsiteY9" fmla="*/ 4492187 h 6858000"/>
              <a:gd name="connsiteX0" fmla="*/ 0 w 11818630"/>
              <a:gd name="connsiteY0" fmla="*/ 6858000 h 6858000"/>
              <a:gd name="connsiteX1" fmla="*/ 15548 w 11818630"/>
              <a:gd name="connsiteY1" fmla="*/ 6741317 h 6858000"/>
              <a:gd name="connsiteX2" fmla="*/ 387858 w 11818630"/>
              <a:gd name="connsiteY2" fmla="*/ 5632555 h 6858000"/>
              <a:gd name="connsiteX3" fmla="*/ 2494163 w 11818630"/>
              <a:gd name="connsiteY3" fmla="*/ 3131046 h 6858000"/>
              <a:gd name="connsiteX4" fmla="*/ 5658249 w 11818630"/>
              <a:gd name="connsiteY4" fmla="*/ 783147 h 6858000"/>
              <a:gd name="connsiteX5" fmla="*/ 6840702 w 11818630"/>
              <a:gd name="connsiteY5" fmla="*/ 85078 h 6858000"/>
              <a:gd name="connsiteX6" fmla="*/ 7017182 w 11818630"/>
              <a:gd name="connsiteY6" fmla="*/ 0 h 6858000"/>
              <a:gd name="connsiteX7" fmla="*/ 11818630 w 11818630"/>
              <a:gd name="connsiteY7" fmla="*/ 0 h 6858000"/>
              <a:gd name="connsiteX8" fmla="*/ 11818630 w 11818630"/>
              <a:gd name="connsiteY8" fmla="*/ 4489505 h 6858000"/>
              <a:gd name="connsiteX0" fmla="*/ 0 w 11818630"/>
              <a:gd name="connsiteY0" fmla="*/ 6858000 h 6858000"/>
              <a:gd name="connsiteX1" fmla="*/ 15548 w 11818630"/>
              <a:gd name="connsiteY1" fmla="*/ 6741317 h 6858000"/>
              <a:gd name="connsiteX2" fmla="*/ 387858 w 11818630"/>
              <a:gd name="connsiteY2" fmla="*/ 5632555 h 6858000"/>
              <a:gd name="connsiteX3" fmla="*/ 2494163 w 11818630"/>
              <a:gd name="connsiteY3" fmla="*/ 3131046 h 6858000"/>
              <a:gd name="connsiteX4" fmla="*/ 5658249 w 11818630"/>
              <a:gd name="connsiteY4" fmla="*/ 783147 h 6858000"/>
              <a:gd name="connsiteX5" fmla="*/ 6840702 w 11818630"/>
              <a:gd name="connsiteY5" fmla="*/ 85078 h 6858000"/>
              <a:gd name="connsiteX6" fmla="*/ 7017182 w 11818630"/>
              <a:gd name="connsiteY6" fmla="*/ 0 h 6858000"/>
              <a:gd name="connsiteX7" fmla="*/ 11818630 w 11818630"/>
              <a:gd name="connsiteY7" fmla="*/ 4489505 h 6858000"/>
              <a:gd name="connsiteX0" fmla="*/ 0 w 7017182"/>
              <a:gd name="connsiteY0" fmla="*/ 6858000 h 6858000"/>
              <a:gd name="connsiteX1" fmla="*/ 15548 w 7017182"/>
              <a:gd name="connsiteY1" fmla="*/ 6741317 h 6858000"/>
              <a:gd name="connsiteX2" fmla="*/ 387858 w 7017182"/>
              <a:gd name="connsiteY2" fmla="*/ 5632555 h 6858000"/>
              <a:gd name="connsiteX3" fmla="*/ 2494163 w 7017182"/>
              <a:gd name="connsiteY3" fmla="*/ 3131046 h 6858000"/>
              <a:gd name="connsiteX4" fmla="*/ 5658249 w 7017182"/>
              <a:gd name="connsiteY4" fmla="*/ 783147 h 6858000"/>
              <a:gd name="connsiteX5" fmla="*/ 6840702 w 7017182"/>
              <a:gd name="connsiteY5" fmla="*/ 85078 h 6858000"/>
              <a:gd name="connsiteX6" fmla="*/ 7017182 w 7017182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017182" h="6858000">
                <a:moveTo>
                  <a:pt x="0" y="6858000"/>
                </a:moveTo>
                <a:lnTo>
                  <a:pt x="15548" y="6741317"/>
                </a:lnTo>
                <a:cubicBezTo>
                  <a:pt x="78957" y="6364051"/>
                  <a:pt x="206325" y="5994870"/>
                  <a:pt x="387858" y="5632555"/>
                </a:cubicBezTo>
                <a:cubicBezTo>
                  <a:pt x="823302" y="4763361"/>
                  <a:pt x="1570584" y="3934404"/>
                  <a:pt x="2494163" y="3131046"/>
                </a:cubicBezTo>
                <a:cubicBezTo>
                  <a:pt x="3417744" y="2327690"/>
                  <a:pt x="4517622" y="1549936"/>
                  <a:pt x="5658249" y="783147"/>
                </a:cubicBezTo>
                <a:cubicBezTo>
                  <a:pt x="6072451" y="504660"/>
                  <a:pt x="6465461" y="274112"/>
                  <a:pt x="6840702" y="85078"/>
                </a:cubicBezTo>
                <a:lnTo>
                  <a:pt x="7017182" y="0"/>
                </a:lnTo>
              </a:path>
            </a:pathLst>
          </a:cu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prstClr val="white"/>
              </a:solidFill>
              <a:latin typeface="Avenir Next LT Pro Light"/>
            </a:endParaRPr>
          </a:p>
        </p:txBody>
      </p:sp>
      <p:sp>
        <p:nvSpPr>
          <p:cNvPr id="2" name="Titlu 1">
            <a:extLst>
              <a:ext uri="{FF2B5EF4-FFF2-40B4-BE49-F238E27FC236}">
                <a16:creationId xmlns:a16="http://schemas.microsoft.com/office/drawing/2014/main" id="{5C1283A1-3EE8-175E-909D-F74E5AB07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750" y="762000"/>
            <a:ext cx="3048001" cy="2286000"/>
          </a:xfrm>
        </p:spPr>
        <p:txBody>
          <a:bodyPr anchor="t">
            <a:normAutofit/>
          </a:bodyPr>
          <a:lstStyle/>
          <a:p>
            <a:r>
              <a:rPr lang="ro-RO" sz="3200"/>
              <a:t>Cuprins</a:t>
            </a:r>
            <a:br>
              <a:rPr lang="ro-RO" sz="3200"/>
            </a:br>
            <a:endParaRPr lang="ro-RO" sz="320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EDA32667-BAAD-4252-B7F6-CDABAD11DA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75486" y="4489505"/>
            <a:ext cx="1916515" cy="2396561"/>
          </a:xfrm>
          <a:custGeom>
            <a:avLst/>
            <a:gdLst>
              <a:gd name="connsiteX0" fmla="*/ 7017182 w 11818630"/>
              <a:gd name="connsiteY0" fmla="*/ 0 h 6858000"/>
              <a:gd name="connsiteX1" fmla="*/ 11818630 w 11818630"/>
              <a:gd name="connsiteY1" fmla="*/ 0 h 6858000"/>
              <a:gd name="connsiteX2" fmla="*/ 11818630 w 11818630"/>
              <a:gd name="connsiteY2" fmla="*/ 4489505 h 6858000"/>
              <a:gd name="connsiteX3" fmla="*/ 11816460 w 11818630"/>
              <a:gd name="connsiteY3" fmla="*/ 4492187 h 6858000"/>
              <a:gd name="connsiteX4" fmla="*/ 10354815 w 11818630"/>
              <a:gd name="connsiteY4" fmla="*/ 6321870 h 6858000"/>
              <a:gd name="connsiteX5" fmla="*/ 9928370 w 11818630"/>
              <a:gd name="connsiteY5" fmla="*/ 6858000 h 6858000"/>
              <a:gd name="connsiteX6" fmla="*/ 0 w 11818630"/>
              <a:gd name="connsiteY6" fmla="*/ 6858000 h 6858000"/>
              <a:gd name="connsiteX7" fmla="*/ 15548 w 11818630"/>
              <a:gd name="connsiteY7" fmla="*/ 6741317 h 6858000"/>
              <a:gd name="connsiteX8" fmla="*/ 387858 w 11818630"/>
              <a:gd name="connsiteY8" fmla="*/ 5632555 h 6858000"/>
              <a:gd name="connsiteX9" fmla="*/ 2494163 w 11818630"/>
              <a:gd name="connsiteY9" fmla="*/ 3131046 h 6858000"/>
              <a:gd name="connsiteX10" fmla="*/ 5658249 w 11818630"/>
              <a:gd name="connsiteY10" fmla="*/ 783147 h 6858000"/>
              <a:gd name="connsiteX11" fmla="*/ 6840702 w 11818630"/>
              <a:gd name="connsiteY11" fmla="*/ 85078 h 6858000"/>
              <a:gd name="connsiteX0" fmla="*/ 0 w 11818630"/>
              <a:gd name="connsiteY0" fmla="*/ 6858000 h 6949440"/>
              <a:gd name="connsiteX1" fmla="*/ 15548 w 11818630"/>
              <a:gd name="connsiteY1" fmla="*/ 6741317 h 6949440"/>
              <a:gd name="connsiteX2" fmla="*/ 387858 w 11818630"/>
              <a:gd name="connsiteY2" fmla="*/ 5632555 h 6949440"/>
              <a:gd name="connsiteX3" fmla="*/ 2494163 w 11818630"/>
              <a:gd name="connsiteY3" fmla="*/ 3131046 h 6949440"/>
              <a:gd name="connsiteX4" fmla="*/ 5658249 w 11818630"/>
              <a:gd name="connsiteY4" fmla="*/ 783147 h 6949440"/>
              <a:gd name="connsiteX5" fmla="*/ 6840702 w 11818630"/>
              <a:gd name="connsiteY5" fmla="*/ 85078 h 6949440"/>
              <a:gd name="connsiteX6" fmla="*/ 7017182 w 11818630"/>
              <a:gd name="connsiteY6" fmla="*/ 0 h 6949440"/>
              <a:gd name="connsiteX7" fmla="*/ 11818630 w 11818630"/>
              <a:gd name="connsiteY7" fmla="*/ 0 h 6949440"/>
              <a:gd name="connsiteX8" fmla="*/ 11818630 w 11818630"/>
              <a:gd name="connsiteY8" fmla="*/ 4489505 h 6949440"/>
              <a:gd name="connsiteX9" fmla="*/ 11816460 w 11818630"/>
              <a:gd name="connsiteY9" fmla="*/ 4492187 h 6949440"/>
              <a:gd name="connsiteX10" fmla="*/ 10354815 w 11818630"/>
              <a:gd name="connsiteY10" fmla="*/ 6321870 h 6949440"/>
              <a:gd name="connsiteX11" fmla="*/ 10019810 w 11818630"/>
              <a:gd name="connsiteY11" fmla="*/ 6949440 h 6949440"/>
              <a:gd name="connsiteX0" fmla="*/ 0 w 11818630"/>
              <a:gd name="connsiteY0" fmla="*/ 6858000 h 6886066"/>
              <a:gd name="connsiteX1" fmla="*/ 15548 w 11818630"/>
              <a:gd name="connsiteY1" fmla="*/ 6741317 h 6886066"/>
              <a:gd name="connsiteX2" fmla="*/ 387858 w 11818630"/>
              <a:gd name="connsiteY2" fmla="*/ 5632555 h 6886066"/>
              <a:gd name="connsiteX3" fmla="*/ 2494163 w 11818630"/>
              <a:gd name="connsiteY3" fmla="*/ 3131046 h 6886066"/>
              <a:gd name="connsiteX4" fmla="*/ 5658249 w 11818630"/>
              <a:gd name="connsiteY4" fmla="*/ 783147 h 6886066"/>
              <a:gd name="connsiteX5" fmla="*/ 6840702 w 11818630"/>
              <a:gd name="connsiteY5" fmla="*/ 85078 h 6886066"/>
              <a:gd name="connsiteX6" fmla="*/ 7017182 w 11818630"/>
              <a:gd name="connsiteY6" fmla="*/ 0 h 6886066"/>
              <a:gd name="connsiteX7" fmla="*/ 11818630 w 11818630"/>
              <a:gd name="connsiteY7" fmla="*/ 0 h 6886066"/>
              <a:gd name="connsiteX8" fmla="*/ 11818630 w 11818630"/>
              <a:gd name="connsiteY8" fmla="*/ 4489505 h 6886066"/>
              <a:gd name="connsiteX9" fmla="*/ 11816460 w 11818630"/>
              <a:gd name="connsiteY9" fmla="*/ 4492187 h 6886066"/>
              <a:gd name="connsiteX10" fmla="*/ 10354815 w 11818630"/>
              <a:gd name="connsiteY10" fmla="*/ 6321870 h 6886066"/>
              <a:gd name="connsiteX11" fmla="*/ 9902115 w 11818630"/>
              <a:gd name="connsiteY11" fmla="*/ 6886066 h 6886066"/>
              <a:gd name="connsiteX0" fmla="*/ 0 w 11818630"/>
              <a:gd name="connsiteY0" fmla="*/ 6858000 h 6886066"/>
              <a:gd name="connsiteX1" fmla="*/ 15548 w 11818630"/>
              <a:gd name="connsiteY1" fmla="*/ 6741317 h 6886066"/>
              <a:gd name="connsiteX2" fmla="*/ 387858 w 11818630"/>
              <a:gd name="connsiteY2" fmla="*/ 5632555 h 6886066"/>
              <a:gd name="connsiteX3" fmla="*/ 2494163 w 11818630"/>
              <a:gd name="connsiteY3" fmla="*/ 3131046 h 6886066"/>
              <a:gd name="connsiteX4" fmla="*/ 5658249 w 11818630"/>
              <a:gd name="connsiteY4" fmla="*/ 783147 h 6886066"/>
              <a:gd name="connsiteX5" fmla="*/ 6840702 w 11818630"/>
              <a:gd name="connsiteY5" fmla="*/ 85078 h 6886066"/>
              <a:gd name="connsiteX6" fmla="*/ 11818630 w 11818630"/>
              <a:gd name="connsiteY6" fmla="*/ 0 h 6886066"/>
              <a:gd name="connsiteX7" fmla="*/ 11818630 w 11818630"/>
              <a:gd name="connsiteY7" fmla="*/ 4489505 h 6886066"/>
              <a:gd name="connsiteX8" fmla="*/ 11816460 w 11818630"/>
              <a:gd name="connsiteY8" fmla="*/ 4492187 h 6886066"/>
              <a:gd name="connsiteX9" fmla="*/ 10354815 w 11818630"/>
              <a:gd name="connsiteY9" fmla="*/ 6321870 h 6886066"/>
              <a:gd name="connsiteX10" fmla="*/ 9902115 w 11818630"/>
              <a:gd name="connsiteY10" fmla="*/ 6886066 h 6886066"/>
              <a:gd name="connsiteX0" fmla="*/ 0 w 11818630"/>
              <a:gd name="connsiteY0" fmla="*/ 7069778 h 7097844"/>
              <a:gd name="connsiteX1" fmla="*/ 15548 w 11818630"/>
              <a:gd name="connsiteY1" fmla="*/ 6953095 h 7097844"/>
              <a:gd name="connsiteX2" fmla="*/ 387858 w 11818630"/>
              <a:gd name="connsiteY2" fmla="*/ 5844333 h 7097844"/>
              <a:gd name="connsiteX3" fmla="*/ 2494163 w 11818630"/>
              <a:gd name="connsiteY3" fmla="*/ 3342824 h 7097844"/>
              <a:gd name="connsiteX4" fmla="*/ 5658249 w 11818630"/>
              <a:gd name="connsiteY4" fmla="*/ 994925 h 7097844"/>
              <a:gd name="connsiteX5" fmla="*/ 11818630 w 11818630"/>
              <a:gd name="connsiteY5" fmla="*/ 211778 h 7097844"/>
              <a:gd name="connsiteX6" fmla="*/ 11818630 w 11818630"/>
              <a:gd name="connsiteY6" fmla="*/ 4701283 h 7097844"/>
              <a:gd name="connsiteX7" fmla="*/ 11816460 w 11818630"/>
              <a:gd name="connsiteY7" fmla="*/ 4703965 h 7097844"/>
              <a:gd name="connsiteX8" fmla="*/ 10354815 w 11818630"/>
              <a:gd name="connsiteY8" fmla="*/ 6533648 h 7097844"/>
              <a:gd name="connsiteX9" fmla="*/ 9902115 w 11818630"/>
              <a:gd name="connsiteY9" fmla="*/ 7097844 h 7097844"/>
              <a:gd name="connsiteX0" fmla="*/ 0 w 11818630"/>
              <a:gd name="connsiteY0" fmla="*/ 6872876 h 6900942"/>
              <a:gd name="connsiteX1" fmla="*/ 15548 w 11818630"/>
              <a:gd name="connsiteY1" fmla="*/ 6756193 h 6900942"/>
              <a:gd name="connsiteX2" fmla="*/ 387858 w 11818630"/>
              <a:gd name="connsiteY2" fmla="*/ 5647431 h 6900942"/>
              <a:gd name="connsiteX3" fmla="*/ 2494163 w 11818630"/>
              <a:gd name="connsiteY3" fmla="*/ 3145922 h 6900942"/>
              <a:gd name="connsiteX4" fmla="*/ 11818630 w 11818630"/>
              <a:gd name="connsiteY4" fmla="*/ 14876 h 6900942"/>
              <a:gd name="connsiteX5" fmla="*/ 11818630 w 11818630"/>
              <a:gd name="connsiteY5" fmla="*/ 4504381 h 6900942"/>
              <a:gd name="connsiteX6" fmla="*/ 11816460 w 11818630"/>
              <a:gd name="connsiteY6" fmla="*/ 4507063 h 6900942"/>
              <a:gd name="connsiteX7" fmla="*/ 10354815 w 11818630"/>
              <a:gd name="connsiteY7" fmla="*/ 6336746 h 6900942"/>
              <a:gd name="connsiteX8" fmla="*/ 9902115 w 11818630"/>
              <a:gd name="connsiteY8" fmla="*/ 6900942 h 6900942"/>
              <a:gd name="connsiteX0" fmla="*/ 577707 w 12396337"/>
              <a:gd name="connsiteY0" fmla="*/ 6858000 h 6886066"/>
              <a:gd name="connsiteX1" fmla="*/ 593255 w 12396337"/>
              <a:gd name="connsiteY1" fmla="*/ 6741317 h 6886066"/>
              <a:gd name="connsiteX2" fmla="*/ 965565 w 12396337"/>
              <a:gd name="connsiteY2" fmla="*/ 5632555 h 6886066"/>
              <a:gd name="connsiteX3" fmla="*/ 12396337 w 12396337"/>
              <a:gd name="connsiteY3" fmla="*/ 0 h 6886066"/>
              <a:gd name="connsiteX4" fmla="*/ 12396337 w 12396337"/>
              <a:gd name="connsiteY4" fmla="*/ 4489505 h 6886066"/>
              <a:gd name="connsiteX5" fmla="*/ 12394167 w 12396337"/>
              <a:gd name="connsiteY5" fmla="*/ 4492187 h 6886066"/>
              <a:gd name="connsiteX6" fmla="*/ 10932522 w 12396337"/>
              <a:gd name="connsiteY6" fmla="*/ 6321870 h 6886066"/>
              <a:gd name="connsiteX7" fmla="*/ 10479822 w 12396337"/>
              <a:gd name="connsiteY7" fmla="*/ 6886066 h 6886066"/>
              <a:gd name="connsiteX0" fmla="*/ 0 w 11818630"/>
              <a:gd name="connsiteY0" fmla="*/ 6858000 h 6886066"/>
              <a:gd name="connsiteX1" fmla="*/ 387858 w 11818630"/>
              <a:gd name="connsiteY1" fmla="*/ 5632555 h 6886066"/>
              <a:gd name="connsiteX2" fmla="*/ 11818630 w 11818630"/>
              <a:gd name="connsiteY2" fmla="*/ 0 h 6886066"/>
              <a:gd name="connsiteX3" fmla="*/ 11818630 w 11818630"/>
              <a:gd name="connsiteY3" fmla="*/ 4489505 h 6886066"/>
              <a:gd name="connsiteX4" fmla="*/ 11816460 w 11818630"/>
              <a:gd name="connsiteY4" fmla="*/ 4492187 h 6886066"/>
              <a:gd name="connsiteX5" fmla="*/ 10354815 w 11818630"/>
              <a:gd name="connsiteY5" fmla="*/ 6321870 h 6886066"/>
              <a:gd name="connsiteX6" fmla="*/ 9902115 w 11818630"/>
              <a:gd name="connsiteY6" fmla="*/ 6886066 h 6886066"/>
              <a:gd name="connsiteX0" fmla="*/ 0 w 11818630"/>
              <a:gd name="connsiteY0" fmla="*/ 6858000 h 6886066"/>
              <a:gd name="connsiteX1" fmla="*/ 11818630 w 11818630"/>
              <a:gd name="connsiteY1" fmla="*/ 0 h 6886066"/>
              <a:gd name="connsiteX2" fmla="*/ 11818630 w 11818630"/>
              <a:gd name="connsiteY2" fmla="*/ 4489505 h 6886066"/>
              <a:gd name="connsiteX3" fmla="*/ 11816460 w 11818630"/>
              <a:gd name="connsiteY3" fmla="*/ 4492187 h 6886066"/>
              <a:gd name="connsiteX4" fmla="*/ 10354815 w 11818630"/>
              <a:gd name="connsiteY4" fmla="*/ 6321870 h 6886066"/>
              <a:gd name="connsiteX5" fmla="*/ 9902115 w 11818630"/>
              <a:gd name="connsiteY5" fmla="*/ 6886066 h 6886066"/>
              <a:gd name="connsiteX0" fmla="*/ 1916515 w 1916515"/>
              <a:gd name="connsiteY0" fmla="*/ 0 h 6886066"/>
              <a:gd name="connsiteX1" fmla="*/ 1916515 w 1916515"/>
              <a:gd name="connsiteY1" fmla="*/ 4489505 h 6886066"/>
              <a:gd name="connsiteX2" fmla="*/ 1914345 w 1916515"/>
              <a:gd name="connsiteY2" fmla="*/ 4492187 h 6886066"/>
              <a:gd name="connsiteX3" fmla="*/ 452700 w 1916515"/>
              <a:gd name="connsiteY3" fmla="*/ 6321870 h 6886066"/>
              <a:gd name="connsiteX4" fmla="*/ 0 w 1916515"/>
              <a:gd name="connsiteY4" fmla="*/ 6886066 h 6886066"/>
              <a:gd name="connsiteX0" fmla="*/ 1916515 w 1916515"/>
              <a:gd name="connsiteY0" fmla="*/ 0 h 2396561"/>
              <a:gd name="connsiteX1" fmla="*/ 1914345 w 1916515"/>
              <a:gd name="connsiteY1" fmla="*/ 2682 h 2396561"/>
              <a:gd name="connsiteX2" fmla="*/ 452700 w 1916515"/>
              <a:gd name="connsiteY2" fmla="*/ 1832365 h 2396561"/>
              <a:gd name="connsiteX3" fmla="*/ 0 w 1916515"/>
              <a:gd name="connsiteY3" fmla="*/ 2396561 h 2396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16515" h="2396561">
                <a:moveTo>
                  <a:pt x="1916515" y="0"/>
                </a:moveTo>
                <a:lnTo>
                  <a:pt x="1914345" y="2682"/>
                </a:lnTo>
                <a:cubicBezTo>
                  <a:pt x="1430582" y="598348"/>
                  <a:pt x="941296" y="1216779"/>
                  <a:pt x="452700" y="1832365"/>
                </a:cubicBezTo>
                <a:cubicBezTo>
                  <a:pt x="310552" y="2011075"/>
                  <a:pt x="0" y="2396561"/>
                  <a:pt x="0" y="2396561"/>
                </a:cubicBezTo>
              </a:path>
            </a:pathLst>
          </a:cu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prstClr val="white"/>
              </a:solidFill>
              <a:latin typeface="Avenir Next LT Pro Light"/>
            </a:endParaRPr>
          </a:p>
        </p:txBody>
      </p:sp>
      <p:graphicFrame>
        <p:nvGraphicFramePr>
          <p:cNvPr id="8" name="Rectangle 1">
            <a:extLst>
              <a:ext uri="{FF2B5EF4-FFF2-40B4-BE49-F238E27FC236}">
                <a16:creationId xmlns:a16="http://schemas.microsoft.com/office/drawing/2014/main" id="{B4C6197C-EF1D-A1F2-1123-1040B655C48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83738967"/>
              </p:ext>
            </p:extLst>
          </p:nvPr>
        </p:nvGraphicFramePr>
        <p:xfrm>
          <a:off x="4572000" y="1524000"/>
          <a:ext cx="685800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427469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87A0FBA-CC04-4256-A8EB-BB3C543E98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E9B86C0-FDA1-4FEB-807F-B6CA59CE89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17019" y="0"/>
            <a:ext cx="5578823" cy="6028256"/>
          </a:xfrm>
          <a:custGeom>
            <a:avLst/>
            <a:gdLst>
              <a:gd name="connsiteX0" fmla="*/ 0 w 5578823"/>
              <a:gd name="connsiteY0" fmla="*/ 0 h 6028256"/>
              <a:gd name="connsiteX1" fmla="*/ 3897606 w 5578823"/>
              <a:gd name="connsiteY1" fmla="*/ 0 h 6028256"/>
              <a:gd name="connsiteX2" fmla="*/ 4274232 w 5578823"/>
              <a:gd name="connsiteY2" fmla="*/ 360545 h 6028256"/>
              <a:gd name="connsiteX3" fmla="*/ 4673934 w 5578823"/>
              <a:gd name="connsiteY3" fmla="*/ 738354 h 6028256"/>
              <a:gd name="connsiteX4" fmla="*/ 5421862 w 5578823"/>
              <a:gd name="connsiteY4" fmla="*/ 1773839 h 6028256"/>
              <a:gd name="connsiteX5" fmla="*/ 5469198 w 5578823"/>
              <a:gd name="connsiteY5" fmla="*/ 3329255 h 6028256"/>
              <a:gd name="connsiteX6" fmla="*/ 4741546 w 5578823"/>
              <a:gd name="connsiteY6" fmla="*/ 4877588 h 6028256"/>
              <a:gd name="connsiteX7" fmla="*/ 1325600 w 5578823"/>
              <a:gd name="connsiteY7" fmla="*/ 5980388 h 6028256"/>
              <a:gd name="connsiteX8" fmla="*/ 137593 w 5578823"/>
              <a:gd name="connsiteY8" fmla="*/ 5804042 h 6028256"/>
              <a:gd name="connsiteX9" fmla="*/ 0 w 5578823"/>
              <a:gd name="connsiteY9" fmla="*/ 5760161 h 60282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578823" h="6028256">
                <a:moveTo>
                  <a:pt x="0" y="0"/>
                </a:moveTo>
                <a:lnTo>
                  <a:pt x="3897606" y="0"/>
                </a:lnTo>
                <a:lnTo>
                  <a:pt x="4274232" y="360545"/>
                </a:lnTo>
                <a:cubicBezTo>
                  <a:pt x="4408856" y="488910"/>
                  <a:pt x="4542134" y="615181"/>
                  <a:pt x="4673934" y="738354"/>
                </a:cubicBezTo>
                <a:cubicBezTo>
                  <a:pt x="5042663" y="1082881"/>
                  <a:pt x="5282330" y="1428108"/>
                  <a:pt x="5421862" y="1773839"/>
                </a:cubicBezTo>
                <a:cubicBezTo>
                  <a:pt x="5631101" y="2292214"/>
                  <a:pt x="5614731" y="2811325"/>
                  <a:pt x="5469198" y="3329255"/>
                </a:cubicBezTo>
                <a:cubicBezTo>
                  <a:pt x="5323662" y="3847185"/>
                  <a:pt x="5048962" y="4363935"/>
                  <a:pt x="4741546" y="4877588"/>
                </a:cubicBezTo>
                <a:cubicBezTo>
                  <a:pt x="4027238" y="6071494"/>
                  <a:pt x="2764972" y="6102970"/>
                  <a:pt x="1325600" y="5980388"/>
                </a:cubicBezTo>
                <a:cubicBezTo>
                  <a:pt x="903947" y="5944442"/>
                  <a:pt x="499735" y="5907589"/>
                  <a:pt x="137593" y="5804042"/>
                </a:cubicBezTo>
                <a:lnTo>
                  <a:pt x="0" y="576016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3362A0EA-3E81-4464-94B8-70BE5870ED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87883" y="0"/>
            <a:ext cx="5704117" cy="6096000"/>
          </a:xfrm>
          <a:custGeom>
            <a:avLst/>
            <a:gdLst>
              <a:gd name="connsiteX0" fmla="*/ 0 w 5704117"/>
              <a:gd name="connsiteY0" fmla="*/ 0 h 6096000"/>
              <a:gd name="connsiteX1" fmla="*/ 4562795 w 5704117"/>
              <a:gd name="connsiteY1" fmla="*/ 0 h 6096000"/>
              <a:gd name="connsiteX2" fmla="*/ 4721192 w 5704117"/>
              <a:gd name="connsiteY2" fmla="*/ 133595 h 6096000"/>
              <a:gd name="connsiteX3" fmla="*/ 5467522 w 5704117"/>
              <a:gd name="connsiteY3" fmla="*/ 1054328 h 6096000"/>
              <a:gd name="connsiteX4" fmla="*/ 5538873 w 5704117"/>
              <a:gd name="connsiteY4" fmla="*/ 2897564 h 6096000"/>
              <a:gd name="connsiteX5" fmla="*/ 4442050 w 5704117"/>
              <a:gd name="connsiteY5" fmla="*/ 4732407 h 6096000"/>
              <a:gd name="connsiteX6" fmla="*/ 93046 w 5704117"/>
              <a:gd name="connsiteY6" fmla="*/ 6082857 h 6096000"/>
              <a:gd name="connsiteX7" fmla="*/ 0 w 5704117"/>
              <a:gd name="connsiteY7" fmla="*/ 6078450 h 6096000"/>
              <a:gd name="connsiteX0" fmla="*/ 4562795 w 5704117"/>
              <a:gd name="connsiteY0" fmla="*/ 0 h 6096000"/>
              <a:gd name="connsiteX1" fmla="*/ 4721192 w 5704117"/>
              <a:gd name="connsiteY1" fmla="*/ 133595 h 6096000"/>
              <a:gd name="connsiteX2" fmla="*/ 5467522 w 5704117"/>
              <a:gd name="connsiteY2" fmla="*/ 1054328 h 6096000"/>
              <a:gd name="connsiteX3" fmla="*/ 5538873 w 5704117"/>
              <a:gd name="connsiteY3" fmla="*/ 2897564 h 6096000"/>
              <a:gd name="connsiteX4" fmla="*/ 4442050 w 5704117"/>
              <a:gd name="connsiteY4" fmla="*/ 4732407 h 6096000"/>
              <a:gd name="connsiteX5" fmla="*/ 93046 w 5704117"/>
              <a:gd name="connsiteY5" fmla="*/ 6082857 h 6096000"/>
              <a:gd name="connsiteX6" fmla="*/ 0 w 5704117"/>
              <a:gd name="connsiteY6" fmla="*/ 6078450 h 6096000"/>
              <a:gd name="connsiteX7" fmla="*/ 91440 w 5704117"/>
              <a:gd name="connsiteY7" fmla="*/ 91440 h 6096000"/>
              <a:gd name="connsiteX0" fmla="*/ 4562795 w 5704117"/>
              <a:gd name="connsiteY0" fmla="*/ 0 h 6096000"/>
              <a:gd name="connsiteX1" fmla="*/ 4721192 w 5704117"/>
              <a:gd name="connsiteY1" fmla="*/ 133595 h 6096000"/>
              <a:gd name="connsiteX2" fmla="*/ 5467522 w 5704117"/>
              <a:gd name="connsiteY2" fmla="*/ 1054328 h 6096000"/>
              <a:gd name="connsiteX3" fmla="*/ 5538873 w 5704117"/>
              <a:gd name="connsiteY3" fmla="*/ 2897564 h 6096000"/>
              <a:gd name="connsiteX4" fmla="*/ 4442050 w 5704117"/>
              <a:gd name="connsiteY4" fmla="*/ 4732407 h 6096000"/>
              <a:gd name="connsiteX5" fmla="*/ 93046 w 5704117"/>
              <a:gd name="connsiteY5" fmla="*/ 6082857 h 6096000"/>
              <a:gd name="connsiteX6" fmla="*/ 0 w 5704117"/>
              <a:gd name="connsiteY6" fmla="*/ 6078450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04117" h="6096000">
                <a:moveTo>
                  <a:pt x="4562795" y="0"/>
                </a:moveTo>
                <a:lnTo>
                  <a:pt x="4721192" y="133595"/>
                </a:lnTo>
                <a:cubicBezTo>
                  <a:pt x="5067135" y="440105"/>
                  <a:pt x="5309779" y="747048"/>
                  <a:pt x="5467522" y="1054328"/>
                </a:cubicBezTo>
                <a:cubicBezTo>
                  <a:pt x="5782917" y="1668625"/>
                  <a:pt x="5758242" y="2283795"/>
                  <a:pt x="5538873" y="2897564"/>
                </a:cubicBezTo>
                <a:cubicBezTo>
                  <a:pt x="5319500" y="3511334"/>
                  <a:pt x="4905433" y="4123706"/>
                  <a:pt x="4442050" y="4732407"/>
                </a:cubicBezTo>
                <a:cubicBezTo>
                  <a:pt x="3499930" y="5970384"/>
                  <a:pt x="1925433" y="6153690"/>
                  <a:pt x="93046" y="6082857"/>
                </a:cubicBezTo>
                <a:lnTo>
                  <a:pt x="0" y="6078450"/>
                </a:lnTo>
              </a:path>
            </a:pathLst>
          </a:cu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prstClr val="white"/>
              </a:solidFill>
              <a:latin typeface="Avenir Next LT Pro Light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0A0B60A-BFEB-5832-B004-784E2AB4A2F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62000" y="2286000"/>
            <a:ext cx="5334000" cy="381000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19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Implementarea unui sistem </a:t>
            </a:r>
            <a:r>
              <a:rPr kumimoji="0" lang="ro-RO" altLang="ro-RO" sz="19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Content-</a:t>
            </a:r>
            <a:r>
              <a:rPr kumimoji="0" lang="ro-RO" altLang="ro-RO" sz="1900" b="1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Based</a:t>
            </a:r>
            <a:r>
              <a:rPr kumimoji="0" lang="ro-RO" altLang="ro-RO" sz="19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o-RO" altLang="ro-RO" sz="1900" b="1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Image</a:t>
            </a:r>
            <a:r>
              <a:rPr kumimoji="0" lang="ro-RO" altLang="ro-RO" sz="19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o-RO" altLang="ro-RO" sz="1900" b="1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Retrieval</a:t>
            </a:r>
            <a:r>
              <a:rPr kumimoji="0" lang="ro-RO" altLang="ro-RO" sz="19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(CBIR)</a:t>
            </a:r>
            <a:r>
              <a:rPr kumimoji="0" lang="ro-RO" altLang="ro-RO" sz="19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bazat pe </a:t>
            </a:r>
            <a:r>
              <a:rPr kumimoji="0" lang="ro-RO" altLang="ro-RO" sz="19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învățare metrică</a:t>
            </a:r>
            <a:r>
              <a:rPr kumimoji="0" lang="ro-RO" altLang="ro-RO" sz="19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(metric </a:t>
            </a:r>
            <a:r>
              <a:rPr kumimoji="0" lang="ro-RO" altLang="ro-RO" sz="19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learning</a:t>
            </a:r>
            <a:r>
              <a:rPr kumimoji="0" lang="ro-RO" altLang="ro-RO" sz="19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19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Obiectiv: învățarea unui spațiu de reprezentare (</a:t>
            </a:r>
            <a:r>
              <a:rPr kumimoji="0" lang="ro-RO" altLang="ro-RO" sz="19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embedding</a:t>
            </a:r>
            <a:r>
              <a:rPr kumimoji="0" lang="ro-RO" altLang="ro-RO" sz="19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) în care imaginile similare sunt apropiate</a:t>
            </a:r>
          </a:p>
          <a:p>
            <a:pPr marL="0" marR="0" lvl="0" indent="0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19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Abordare: arhitectură </a:t>
            </a:r>
            <a:r>
              <a:rPr kumimoji="0" lang="ro-RO" altLang="ro-RO" sz="19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siameză</a:t>
            </a:r>
            <a:r>
              <a:rPr kumimoji="0" lang="ro-RO" altLang="ro-RO" sz="19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cu </a:t>
            </a:r>
            <a:r>
              <a:rPr kumimoji="0" lang="ro-RO" altLang="ro-RO" sz="19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backbone</a:t>
            </a:r>
            <a:r>
              <a:rPr kumimoji="0" lang="ro-RO" altLang="ro-RO" sz="19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CNN pre-antrenat și funcție de cost contrastivă</a:t>
            </a:r>
          </a:p>
          <a:p>
            <a:pPr marL="0" marR="0" lvl="0" indent="0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19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Rezultat: căutare Top-K pe baza distanței dintre </a:t>
            </a:r>
            <a:r>
              <a:rPr kumimoji="0" lang="ro-RO" altLang="ro-RO" sz="19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embeddings</a:t>
            </a:r>
            <a:endParaRPr kumimoji="0" lang="ro-RO" altLang="ro-RO" sz="1900" b="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itlu 1">
            <a:extLst>
              <a:ext uri="{FF2B5EF4-FFF2-40B4-BE49-F238E27FC236}">
                <a16:creationId xmlns:a16="http://schemas.microsoft.com/office/drawing/2014/main" id="{E4B2AC23-0FC3-95CD-EF37-F7E5E7C4B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62000"/>
            <a:ext cx="5334000" cy="1524000"/>
          </a:xfrm>
        </p:spPr>
        <p:txBody>
          <a:bodyPr>
            <a:normAutofit/>
          </a:bodyPr>
          <a:lstStyle/>
          <a:p>
            <a:r>
              <a:rPr lang="ro-RO" sz="3200"/>
              <a:t>Obiectiv</a:t>
            </a:r>
          </a:p>
        </p:txBody>
      </p:sp>
    </p:spTree>
    <p:extLst>
      <p:ext uri="{BB962C8B-B14F-4D97-AF65-F5344CB8AC3E}">
        <p14:creationId xmlns:p14="http://schemas.microsoft.com/office/powerpoint/2010/main" val="13689731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87A0FBA-CC04-4256-A8EB-BB3C543E98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ine 4" descr="O imagine care conține text, captură de ecran, colaj&#10;&#10;Conținutul generat de inteligența artificială poate fi incorect.">
            <a:extLst>
              <a:ext uri="{FF2B5EF4-FFF2-40B4-BE49-F238E27FC236}">
                <a16:creationId xmlns:a16="http://schemas.microsoft.com/office/drawing/2014/main" id="{1D5FE62D-B1B1-980C-F405-E26A73EE6A5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636" r="1590" b="3"/>
          <a:stretch>
            <a:fillRect/>
          </a:stretch>
        </p:blipFill>
        <p:spPr>
          <a:xfrm>
            <a:off x="2" y="10"/>
            <a:ext cx="5578823" cy="6028246"/>
          </a:xfrm>
          <a:custGeom>
            <a:avLst/>
            <a:gdLst/>
            <a:ahLst/>
            <a:cxnLst/>
            <a:rect l="l" t="t" r="r" b="b"/>
            <a:pathLst>
              <a:path w="5578823" h="6028256">
                <a:moveTo>
                  <a:pt x="0" y="0"/>
                </a:moveTo>
                <a:lnTo>
                  <a:pt x="3897606" y="0"/>
                </a:lnTo>
                <a:lnTo>
                  <a:pt x="4274232" y="360545"/>
                </a:lnTo>
                <a:cubicBezTo>
                  <a:pt x="4408856" y="488910"/>
                  <a:pt x="4542134" y="615181"/>
                  <a:pt x="4673934" y="738354"/>
                </a:cubicBezTo>
                <a:cubicBezTo>
                  <a:pt x="5042663" y="1082881"/>
                  <a:pt x="5282330" y="1428108"/>
                  <a:pt x="5421862" y="1773839"/>
                </a:cubicBezTo>
                <a:cubicBezTo>
                  <a:pt x="5631101" y="2292214"/>
                  <a:pt x="5614731" y="2811325"/>
                  <a:pt x="5469198" y="3329255"/>
                </a:cubicBezTo>
                <a:cubicBezTo>
                  <a:pt x="5323662" y="3847185"/>
                  <a:pt x="5048962" y="4363935"/>
                  <a:pt x="4741546" y="4877588"/>
                </a:cubicBezTo>
                <a:cubicBezTo>
                  <a:pt x="4027238" y="6071494"/>
                  <a:pt x="2764972" y="6102970"/>
                  <a:pt x="1325600" y="5980388"/>
                </a:cubicBezTo>
                <a:cubicBezTo>
                  <a:pt x="903947" y="5944442"/>
                  <a:pt x="499735" y="5907589"/>
                  <a:pt x="137593" y="5804042"/>
                </a:cubicBezTo>
                <a:lnTo>
                  <a:pt x="0" y="5760161"/>
                </a:lnTo>
                <a:close/>
              </a:path>
            </a:pathLst>
          </a:custGeom>
        </p:spPr>
      </p:pic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633B38B-B87A-4288-A20F-0223A6C27A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5704117" cy="6096000"/>
          </a:xfrm>
          <a:custGeom>
            <a:avLst/>
            <a:gdLst>
              <a:gd name="connsiteX0" fmla="*/ 0 w 5704117"/>
              <a:gd name="connsiteY0" fmla="*/ 0 h 6096000"/>
              <a:gd name="connsiteX1" fmla="*/ 4562795 w 5704117"/>
              <a:gd name="connsiteY1" fmla="*/ 0 h 6096000"/>
              <a:gd name="connsiteX2" fmla="*/ 4721192 w 5704117"/>
              <a:gd name="connsiteY2" fmla="*/ 133595 h 6096000"/>
              <a:gd name="connsiteX3" fmla="*/ 5467522 w 5704117"/>
              <a:gd name="connsiteY3" fmla="*/ 1054328 h 6096000"/>
              <a:gd name="connsiteX4" fmla="*/ 5538873 w 5704117"/>
              <a:gd name="connsiteY4" fmla="*/ 2897564 h 6096000"/>
              <a:gd name="connsiteX5" fmla="*/ 4442050 w 5704117"/>
              <a:gd name="connsiteY5" fmla="*/ 4732407 h 6096000"/>
              <a:gd name="connsiteX6" fmla="*/ 93046 w 5704117"/>
              <a:gd name="connsiteY6" fmla="*/ 6082857 h 6096000"/>
              <a:gd name="connsiteX7" fmla="*/ 0 w 5704117"/>
              <a:gd name="connsiteY7" fmla="*/ 6078450 h 6096000"/>
              <a:gd name="connsiteX0" fmla="*/ 4562795 w 5704117"/>
              <a:gd name="connsiteY0" fmla="*/ 0 h 6096000"/>
              <a:gd name="connsiteX1" fmla="*/ 4721192 w 5704117"/>
              <a:gd name="connsiteY1" fmla="*/ 133595 h 6096000"/>
              <a:gd name="connsiteX2" fmla="*/ 5467522 w 5704117"/>
              <a:gd name="connsiteY2" fmla="*/ 1054328 h 6096000"/>
              <a:gd name="connsiteX3" fmla="*/ 5538873 w 5704117"/>
              <a:gd name="connsiteY3" fmla="*/ 2897564 h 6096000"/>
              <a:gd name="connsiteX4" fmla="*/ 4442050 w 5704117"/>
              <a:gd name="connsiteY4" fmla="*/ 4732407 h 6096000"/>
              <a:gd name="connsiteX5" fmla="*/ 93046 w 5704117"/>
              <a:gd name="connsiteY5" fmla="*/ 6082857 h 6096000"/>
              <a:gd name="connsiteX6" fmla="*/ 0 w 5704117"/>
              <a:gd name="connsiteY6" fmla="*/ 6078450 h 6096000"/>
              <a:gd name="connsiteX7" fmla="*/ 91440 w 5704117"/>
              <a:gd name="connsiteY7" fmla="*/ 91440 h 6096000"/>
              <a:gd name="connsiteX0" fmla="*/ 4562795 w 5704117"/>
              <a:gd name="connsiteY0" fmla="*/ 0 h 6096000"/>
              <a:gd name="connsiteX1" fmla="*/ 4721192 w 5704117"/>
              <a:gd name="connsiteY1" fmla="*/ 133595 h 6096000"/>
              <a:gd name="connsiteX2" fmla="*/ 5467522 w 5704117"/>
              <a:gd name="connsiteY2" fmla="*/ 1054328 h 6096000"/>
              <a:gd name="connsiteX3" fmla="*/ 5538873 w 5704117"/>
              <a:gd name="connsiteY3" fmla="*/ 2897564 h 6096000"/>
              <a:gd name="connsiteX4" fmla="*/ 4442050 w 5704117"/>
              <a:gd name="connsiteY4" fmla="*/ 4732407 h 6096000"/>
              <a:gd name="connsiteX5" fmla="*/ 93046 w 5704117"/>
              <a:gd name="connsiteY5" fmla="*/ 6082857 h 6096000"/>
              <a:gd name="connsiteX6" fmla="*/ 0 w 5704117"/>
              <a:gd name="connsiteY6" fmla="*/ 6078450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04117" h="6096000">
                <a:moveTo>
                  <a:pt x="4562795" y="0"/>
                </a:moveTo>
                <a:lnTo>
                  <a:pt x="4721192" y="133595"/>
                </a:lnTo>
                <a:cubicBezTo>
                  <a:pt x="5067135" y="440105"/>
                  <a:pt x="5309779" y="747048"/>
                  <a:pt x="5467522" y="1054328"/>
                </a:cubicBezTo>
                <a:cubicBezTo>
                  <a:pt x="5782917" y="1668625"/>
                  <a:pt x="5758242" y="2283795"/>
                  <a:pt x="5538873" y="2897564"/>
                </a:cubicBezTo>
                <a:cubicBezTo>
                  <a:pt x="5319500" y="3511334"/>
                  <a:pt x="4905433" y="4123706"/>
                  <a:pt x="4442050" y="4732407"/>
                </a:cubicBezTo>
                <a:cubicBezTo>
                  <a:pt x="3499930" y="5970384"/>
                  <a:pt x="1925433" y="6153690"/>
                  <a:pt x="93046" y="6082857"/>
                </a:cubicBezTo>
                <a:lnTo>
                  <a:pt x="0" y="6078450"/>
                </a:lnTo>
              </a:path>
            </a:pathLst>
          </a:cu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prstClr val="white"/>
              </a:solidFill>
              <a:latin typeface="Avenir Next LT Pro Light"/>
            </a:endParaRP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A609AB4F-91F6-8DD1-2884-A224D374BD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2286000"/>
            <a:ext cx="5334000" cy="3810001"/>
          </a:xfrm>
        </p:spPr>
        <p:txBody>
          <a:bodyPr>
            <a:normAutofit/>
          </a:bodyPr>
          <a:lstStyle/>
          <a:p>
            <a:pPr>
              <a:lnSpc>
                <a:spcPct val="115000"/>
              </a:lnSpc>
            </a:pPr>
            <a:r>
              <a:rPr lang="ro-RO" sz="1700"/>
              <a:t>Set de imagini organizat </a:t>
            </a:r>
            <a:r>
              <a:rPr lang="ro-RO" sz="1700" b="1"/>
              <a:t>fără etichete explicite/clase</a:t>
            </a:r>
            <a:r>
              <a:rPr lang="ro-RO" sz="1700"/>
              <a:t> (fișiere .jpg într-un singur director)</a:t>
            </a:r>
          </a:p>
          <a:p>
            <a:pPr>
              <a:lnSpc>
                <a:spcPct val="115000"/>
              </a:lnSpc>
            </a:pPr>
            <a:r>
              <a:rPr lang="ro-RO" sz="1700"/>
              <a:t>Implicație: nu se pot construi perechi pozitive/negative pe baza claselor; necesară o schemă self-supervised</a:t>
            </a:r>
          </a:p>
          <a:p>
            <a:pPr>
              <a:lnSpc>
                <a:spcPct val="115000"/>
              </a:lnSpc>
            </a:pPr>
            <a:r>
              <a:rPr lang="ro-RO" sz="1700"/>
              <a:t>Preprocesare: colectarea tuturor căilor în DataFrame și împărțire train/validation (80/20)</a:t>
            </a:r>
          </a:p>
          <a:p>
            <a:pPr>
              <a:lnSpc>
                <a:spcPct val="115000"/>
              </a:lnSpc>
            </a:pPr>
            <a:r>
              <a:rPr lang="ro-RO" sz="1700"/>
              <a:t>Considerații: volum de date, diversitate vizuală, rolul validării în monitorizarea convergenței</a:t>
            </a:r>
          </a:p>
          <a:p>
            <a:pPr>
              <a:lnSpc>
                <a:spcPct val="115000"/>
              </a:lnSpc>
            </a:pPr>
            <a:endParaRPr lang="ro-RO" sz="1700"/>
          </a:p>
        </p:txBody>
      </p:sp>
      <p:sp>
        <p:nvSpPr>
          <p:cNvPr id="2" name="Titlu 1">
            <a:extLst>
              <a:ext uri="{FF2B5EF4-FFF2-40B4-BE49-F238E27FC236}">
                <a16:creationId xmlns:a16="http://schemas.microsoft.com/office/drawing/2014/main" id="{EC1DA3DA-FF35-EC71-66FC-C3EB8EC79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762000"/>
            <a:ext cx="5334000" cy="1524000"/>
          </a:xfrm>
        </p:spPr>
        <p:txBody>
          <a:bodyPr>
            <a:normAutofit/>
          </a:bodyPr>
          <a:lstStyle/>
          <a:p>
            <a:r>
              <a:rPr lang="ro-RO" sz="3200"/>
              <a:t>Setul de date: CBIR_dataset</a:t>
            </a:r>
          </a:p>
        </p:txBody>
      </p:sp>
    </p:spTree>
    <p:extLst>
      <p:ext uri="{BB962C8B-B14F-4D97-AF65-F5344CB8AC3E}">
        <p14:creationId xmlns:p14="http://schemas.microsoft.com/office/powerpoint/2010/main" val="26022479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87A0FBA-CC04-4256-A8EB-BB3C543E98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699B66A-3779-48B9-9963-C9339B22B0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8122584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4873590 h 6858000"/>
              <a:gd name="connsiteX3" fmla="*/ 10378112 w 12192000"/>
              <a:gd name="connsiteY3" fmla="*/ 6858000 h 6858000"/>
              <a:gd name="connsiteX4" fmla="*/ 0 w 12192000"/>
              <a:gd name="connsiteY4" fmla="*/ 6858000 h 6858000"/>
              <a:gd name="connsiteX5" fmla="*/ 0 w 12192000"/>
              <a:gd name="connsiteY5" fmla="*/ 6089634 h 6858000"/>
              <a:gd name="connsiteX6" fmla="*/ 3284 w 12192000"/>
              <a:gd name="connsiteY6" fmla="*/ 6081001 h 6858000"/>
              <a:gd name="connsiteX7" fmla="*/ 208318 w 12192000"/>
              <a:gd name="connsiteY7" fmla="*/ 5663571 h 6858000"/>
              <a:gd name="connsiteX8" fmla="*/ 2466868 w 12192000"/>
              <a:gd name="connsiteY8" fmla="*/ 3280365 h 6858000"/>
              <a:gd name="connsiteX9" fmla="*/ 5859655 w 12192000"/>
              <a:gd name="connsiteY9" fmla="*/ 1043504 h 6858000"/>
              <a:gd name="connsiteX10" fmla="*/ 8002287 w 12192000"/>
              <a:gd name="connsiteY10" fmla="*/ 373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92000" h="6858000">
                <a:moveTo>
                  <a:pt x="8122584" y="0"/>
                </a:moveTo>
                <a:lnTo>
                  <a:pt x="12192000" y="0"/>
                </a:lnTo>
                <a:lnTo>
                  <a:pt x="12192000" y="4873590"/>
                </a:lnTo>
                <a:lnTo>
                  <a:pt x="10378112" y="6858000"/>
                </a:lnTo>
                <a:lnTo>
                  <a:pt x="0" y="6858000"/>
                </a:lnTo>
                <a:lnTo>
                  <a:pt x="0" y="6089634"/>
                </a:lnTo>
                <a:lnTo>
                  <a:pt x="3284" y="6081001"/>
                </a:lnTo>
                <a:cubicBezTo>
                  <a:pt x="61888" y="5940761"/>
                  <a:pt x="130457" y="5801643"/>
                  <a:pt x="208318" y="5663571"/>
                </a:cubicBezTo>
                <a:cubicBezTo>
                  <a:pt x="675237" y="4835483"/>
                  <a:pt x="1476533" y="4045730"/>
                  <a:pt x="2466868" y="3280365"/>
                </a:cubicBezTo>
                <a:cubicBezTo>
                  <a:pt x="3457206" y="2515002"/>
                  <a:pt x="4636583" y="1774030"/>
                  <a:pt x="5859655" y="1043504"/>
                </a:cubicBezTo>
                <a:cubicBezTo>
                  <a:pt x="6636899" y="579200"/>
                  <a:pt x="7344556" y="254766"/>
                  <a:pt x="8002287" y="37397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D2088EB-F82A-4CF7-A658-5EB0B344D7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3371" y="0"/>
            <a:ext cx="7017182" cy="6858000"/>
          </a:xfrm>
          <a:custGeom>
            <a:avLst/>
            <a:gdLst>
              <a:gd name="connsiteX0" fmla="*/ 7017182 w 11818630"/>
              <a:gd name="connsiteY0" fmla="*/ 0 h 6858000"/>
              <a:gd name="connsiteX1" fmla="*/ 11818630 w 11818630"/>
              <a:gd name="connsiteY1" fmla="*/ 0 h 6858000"/>
              <a:gd name="connsiteX2" fmla="*/ 11818630 w 11818630"/>
              <a:gd name="connsiteY2" fmla="*/ 4489505 h 6858000"/>
              <a:gd name="connsiteX3" fmla="*/ 11816460 w 11818630"/>
              <a:gd name="connsiteY3" fmla="*/ 4492187 h 6858000"/>
              <a:gd name="connsiteX4" fmla="*/ 10354815 w 11818630"/>
              <a:gd name="connsiteY4" fmla="*/ 6321870 h 6858000"/>
              <a:gd name="connsiteX5" fmla="*/ 9928370 w 11818630"/>
              <a:gd name="connsiteY5" fmla="*/ 6858000 h 6858000"/>
              <a:gd name="connsiteX6" fmla="*/ 0 w 11818630"/>
              <a:gd name="connsiteY6" fmla="*/ 6858000 h 6858000"/>
              <a:gd name="connsiteX7" fmla="*/ 15548 w 11818630"/>
              <a:gd name="connsiteY7" fmla="*/ 6741317 h 6858000"/>
              <a:gd name="connsiteX8" fmla="*/ 387858 w 11818630"/>
              <a:gd name="connsiteY8" fmla="*/ 5632555 h 6858000"/>
              <a:gd name="connsiteX9" fmla="*/ 2494163 w 11818630"/>
              <a:gd name="connsiteY9" fmla="*/ 3131046 h 6858000"/>
              <a:gd name="connsiteX10" fmla="*/ 5658249 w 11818630"/>
              <a:gd name="connsiteY10" fmla="*/ 783147 h 6858000"/>
              <a:gd name="connsiteX11" fmla="*/ 6840702 w 11818630"/>
              <a:gd name="connsiteY11" fmla="*/ 85078 h 6858000"/>
              <a:gd name="connsiteX0" fmla="*/ 0 w 11818630"/>
              <a:gd name="connsiteY0" fmla="*/ 6858000 h 6949440"/>
              <a:gd name="connsiteX1" fmla="*/ 15548 w 11818630"/>
              <a:gd name="connsiteY1" fmla="*/ 6741317 h 6949440"/>
              <a:gd name="connsiteX2" fmla="*/ 387858 w 11818630"/>
              <a:gd name="connsiteY2" fmla="*/ 5632555 h 6949440"/>
              <a:gd name="connsiteX3" fmla="*/ 2494163 w 11818630"/>
              <a:gd name="connsiteY3" fmla="*/ 3131046 h 6949440"/>
              <a:gd name="connsiteX4" fmla="*/ 5658249 w 11818630"/>
              <a:gd name="connsiteY4" fmla="*/ 783147 h 6949440"/>
              <a:gd name="connsiteX5" fmla="*/ 6840702 w 11818630"/>
              <a:gd name="connsiteY5" fmla="*/ 85078 h 6949440"/>
              <a:gd name="connsiteX6" fmla="*/ 7017182 w 11818630"/>
              <a:gd name="connsiteY6" fmla="*/ 0 h 6949440"/>
              <a:gd name="connsiteX7" fmla="*/ 11818630 w 11818630"/>
              <a:gd name="connsiteY7" fmla="*/ 0 h 6949440"/>
              <a:gd name="connsiteX8" fmla="*/ 11818630 w 11818630"/>
              <a:gd name="connsiteY8" fmla="*/ 4489505 h 6949440"/>
              <a:gd name="connsiteX9" fmla="*/ 11816460 w 11818630"/>
              <a:gd name="connsiteY9" fmla="*/ 4492187 h 6949440"/>
              <a:gd name="connsiteX10" fmla="*/ 10354815 w 11818630"/>
              <a:gd name="connsiteY10" fmla="*/ 6321870 h 6949440"/>
              <a:gd name="connsiteX11" fmla="*/ 10019810 w 11818630"/>
              <a:gd name="connsiteY11" fmla="*/ 6949440 h 6949440"/>
              <a:gd name="connsiteX0" fmla="*/ 0 w 11818630"/>
              <a:gd name="connsiteY0" fmla="*/ 6858000 h 6886066"/>
              <a:gd name="connsiteX1" fmla="*/ 15548 w 11818630"/>
              <a:gd name="connsiteY1" fmla="*/ 6741317 h 6886066"/>
              <a:gd name="connsiteX2" fmla="*/ 387858 w 11818630"/>
              <a:gd name="connsiteY2" fmla="*/ 5632555 h 6886066"/>
              <a:gd name="connsiteX3" fmla="*/ 2494163 w 11818630"/>
              <a:gd name="connsiteY3" fmla="*/ 3131046 h 6886066"/>
              <a:gd name="connsiteX4" fmla="*/ 5658249 w 11818630"/>
              <a:gd name="connsiteY4" fmla="*/ 783147 h 6886066"/>
              <a:gd name="connsiteX5" fmla="*/ 6840702 w 11818630"/>
              <a:gd name="connsiteY5" fmla="*/ 85078 h 6886066"/>
              <a:gd name="connsiteX6" fmla="*/ 7017182 w 11818630"/>
              <a:gd name="connsiteY6" fmla="*/ 0 h 6886066"/>
              <a:gd name="connsiteX7" fmla="*/ 11818630 w 11818630"/>
              <a:gd name="connsiteY7" fmla="*/ 0 h 6886066"/>
              <a:gd name="connsiteX8" fmla="*/ 11818630 w 11818630"/>
              <a:gd name="connsiteY8" fmla="*/ 4489505 h 6886066"/>
              <a:gd name="connsiteX9" fmla="*/ 11816460 w 11818630"/>
              <a:gd name="connsiteY9" fmla="*/ 4492187 h 6886066"/>
              <a:gd name="connsiteX10" fmla="*/ 10354815 w 11818630"/>
              <a:gd name="connsiteY10" fmla="*/ 6321870 h 6886066"/>
              <a:gd name="connsiteX11" fmla="*/ 9902115 w 11818630"/>
              <a:gd name="connsiteY11" fmla="*/ 6886066 h 6886066"/>
              <a:gd name="connsiteX0" fmla="*/ 0 w 11818630"/>
              <a:gd name="connsiteY0" fmla="*/ 6858000 h 6858000"/>
              <a:gd name="connsiteX1" fmla="*/ 15548 w 11818630"/>
              <a:gd name="connsiteY1" fmla="*/ 6741317 h 6858000"/>
              <a:gd name="connsiteX2" fmla="*/ 387858 w 11818630"/>
              <a:gd name="connsiteY2" fmla="*/ 5632555 h 6858000"/>
              <a:gd name="connsiteX3" fmla="*/ 2494163 w 11818630"/>
              <a:gd name="connsiteY3" fmla="*/ 3131046 h 6858000"/>
              <a:gd name="connsiteX4" fmla="*/ 5658249 w 11818630"/>
              <a:gd name="connsiteY4" fmla="*/ 783147 h 6858000"/>
              <a:gd name="connsiteX5" fmla="*/ 6840702 w 11818630"/>
              <a:gd name="connsiteY5" fmla="*/ 85078 h 6858000"/>
              <a:gd name="connsiteX6" fmla="*/ 7017182 w 11818630"/>
              <a:gd name="connsiteY6" fmla="*/ 0 h 6858000"/>
              <a:gd name="connsiteX7" fmla="*/ 11818630 w 11818630"/>
              <a:gd name="connsiteY7" fmla="*/ 0 h 6858000"/>
              <a:gd name="connsiteX8" fmla="*/ 11818630 w 11818630"/>
              <a:gd name="connsiteY8" fmla="*/ 4489505 h 6858000"/>
              <a:gd name="connsiteX9" fmla="*/ 11816460 w 11818630"/>
              <a:gd name="connsiteY9" fmla="*/ 4492187 h 6858000"/>
              <a:gd name="connsiteX10" fmla="*/ 10354815 w 11818630"/>
              <a:gd name="connsiteY10" fmla="*/ 6321870 h 6858000"/>
              <a:gd name="connsiteX0" fmla="*/ 0 w 11818630"/>
              <a:gd name="connsiteY0" fmla="*/ 6858000 h 6858000"/>
              <a:gd name="connsiteX1" fmla="*/ 15548 w 11818630"/>
              <a:gd name="connsiteY1" fmla="*/ 6741317 h 6858000"/>
              <a:gd name="connsiteX2" fmla="*/ 387858 w 11818630"/>
              <a:gd name="connsiteY2" fmla="*/ 5632555 h 6858000"/>
              <a:gd name="connsiteX3" fmla="*/ 2494163 w 11818630"/>
              <a:gd name="connsiteY3" fmla="*/ 3131046 h 6858000"/>
              <a:gd name="connsiteX4" fmla="*/ 5658249 w 11818630"/>
              <a:gd name="connsiteY4" fmla="*/ 783147 h 6858000"/>
              <a:gd name="connsiteX5" fmla="*/ 6840702 w 11818630"/>
              <a:gd name="connsiteY5" fmla="*/ 85078 h 6858000"/>
              <a:gd name="connsiteX6" fmla="*/ 7017182 w 11818630"/>
              <a:gd name="connsiteY6" fmla="*/ 0 h 6858000"/>
              <a:gd name="connsiteX7" fmla="*/ 11818630 w 11818630"/>
              <a:gd name="connsiteY7" fmla="*/ 0 h 6858000"/>
              <a:gd name="connsiteX8" fmla="*/ 11818630 w 11818630"/>
              <a:gd name="connsiteY8" fmla="*/ 4489505 h 6858000"/>
              <a:gd name="connsiteX9" fmla="*/ 11816460 w 11818630"/>
              <a:gd name="connsiteY9" fmla="*/ 4492187 h 6858000"/>
              <a:gd name="connsiteX0" fmla="*/ 0 w 11818630"/>
              <a:gd name="connsiteY0" fmla="*/ 6858000 h 6858000"/>
              <a:gd name="connsiteX1" fmla="*/ 15548 w 11818630"/>
              <a:gd name="connsiteY1" fmla="*/ 6741317 h 6858000"/>
              <a:gd name="connsiteX2" fmla="*/ 387858 w 11818630"/>
              <a:gd name="connsiteY2" fmla="*/ 5632555 h 6858000"/>
              <a:gd name="connsiteX3" fmla="*/ 2494163 w 11818630"/>
              <a:gd name="connsiteY3" fmla="*/ 3131046 h 6858000"/>
              <a:gd name="connsiteX4" fmla="*/ 5658249 w 11818630"/>
              <a:gd name="connsiteY4" fmla="*/ 783147 h 6858000"/>
              <a:gd name="connsiteX5" fmla="*/ 6840702 w 11818630"/>
              <a:gd name="connsiteY5" fmla="*/ 85078 h 6858000"/>
              <a:gd name="connsiteX6" fmla="*/ 7017182 w 11818630"/>
              <a:gd name="connsiteY6" fmla="*/ 0 h 6858000"/>
              <a:gd name="connsiteX7" fmla="*/ 11818630 w 11818630"/>
              <a:gd name="connsiteY7" fmla="*/ 0 h 6858000"/>
              <a:gd name="connsiteX8" fmla="*/ 11818630 w 11818630"/>
              <a:gd name="connsiteY8" fmla="*/ 4489505 h 6858000"/>
              <a:gd name="connsiteX0" fmla="*/ 0 w 11818630"/>
              <a:gd name="connsiteY0" fmla="*/ 6858000 h 6858000"/>
              <a:gd name="connsiteX1" fmla="*/ 15548 w 11818630"/>
              <a:gd name="connsiteY1" fmla="*/ 6741317 h 6858000"/>
              <a:gd name="connsiteX2" fmla="*/ 387858 w 11818630"/>
              <a:gd name="connsiteY2" fmla="*/ 5632555 h 6858000"/>
              <a:gd name="connsiteX3" fmla="*/ 2494163 w 11818630"/>
              <a:gd name="connsiteY3" fmla="*/ 3131046 h 6858000"/>
              <a:gd name="connsiteX4" fmla="*/ 5658249 w 11818630"/>
              <a:gd name="connsiteY4" fmla="*/ 783147 h 6858000"/>
              <a:gd name="connsiteX5" fmla="*/ 6840702 w 11818630"/>
              <a:gd name="connsiteY5" fmla="*/ 85078 h 6858000"/>
              <a:gd name="connsiteX6" fmla="*/ 7017182 w 11818630"/>
              <a:gd name="connsiteY6" fmla="*/ 0 h 6858000"/>
              <a:gd name="connsiteX7" fmla="*/ 11818630 w 11818630"/>
              <a:gd name="connsiteY7" fmla="*/ 4489505 h 6858000"/>
              <a:gd name="connsiteX0" fmla="*/ 0 w 7017182"/>
              <a:gd name="connsiteY0" fmla="*/ 6858000 h 6858000"/>
              <a:gd name="connsiteX1" fmla="*/ 15548 w 7017182"/>
              <a:gd name="connsiteY1" fmla="*/ 6741317 h 6858000"/>
              <a:gd name="connsiteX2" fmla="*/ 387858 w 7017182"/>
              <a:gd name="connsiteY2" fmla="*/ 5632555 h 6858000"/>
              <a:gd name="connsiteX3" fmla="*/ 2494163 w 7017182"/>
              <a:gd name="connsiteY3" fmla="*/ 3131046 h 6858000"/>
              <a:gd name="connsiteX4" fmla="*/ 5658249 w 7017182"/>
              <a:gd name="connsiteY4" fmla="*/ 783147 h 6858000"/>
              <a:gd name="connsiteX5" fmla="*/ 6840702 w 7017182"/>
              <a:gd name="connsiteY5" fmla="*/ 85078 h 6858000"/>
              <a:gd name="connsiteX6" fmla="*/ 7017182 w 7017182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017182" h="6858000">
                <a:moveTo>
                  <a:pt x="0" y="6858000"/>
                </a:moveTo>
                <a:lnTo>
                  <a:pt x="15548" y="6741317"/>
                </a:lnTo>
                <a:cubicBezTo>
                  <a:pt x="78957" y="6364051"/>
                  <a:pt x="206325" y="5994870"/>
                  <a:pt x="387858" y="5632555"/>
                </a:cubicBezTo>
                <a:cubicBezTo>
                  <a:pt x="823302" y="4763361"/>
                  <a:pt x="1570584" y="3934404"/>
                  <a:pt x="2494163" y="3131046"/>
                </a:cubicBezTo>
                <a:cubicBezTo>
                  <a:pt x="3417744" y="2327690"/>
                  <a:pt x="4517622" y="1549936"/>
                  <a:pt x="5658249" y="783147"/>
                </a:cubicBezTo>
                <a:cubicBezTo>
                  <a:pt x="6072451" y="504660"/>
                  <a:pt x="6465461" y="274112"/>
                  <a:pt x="6840702" y="85078"/>
                </a:cubicBezTo>
                <a:lnTo>
                  <a:pt x="7017182" y="0"/>
                </a:lnTo>
              </a:path>
            </a:pathLst>
          </a:cu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prstClr val="white"/>
              </a:solidFill>
              <a:latin typeface="Avenir Next LT Pro Light"/>
            </a:endParaRPr>
          </a:p>
        </p:txBody>
      </p:sp>
      <p:sp>
        <p:nvSpPr>
          <p:cNvPr id="2" name="Titlu 1">
            <a:extLst>
              <a:ext uri="{FF2B5EF4-FFF2-40B4-BE49-F238E27FC236}">
                <a16:creationId xmlns:a16="http://schemas.microsoft.com/office/drawing/2014/main" id="{A7BFF482-FE53-9C58-201F-8789B4D1A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750" y="762000"/>
            <a:ext cx="3048001" cy="2286000"/>
          </a:xfrm>
        </p:spPr>
        <p:txBody>
          <a:bodyPr anchor="t">
            <a:normAutofit/>
          </a:bodyPr>
          <a:lstStyle/>
          <a:p>
            <a:r>
              <a:rPr lang="ro-RO" sz="3200" dirty="0"/>
              <a:t>Preprocesare și normalizare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EDA32667-BAAD-4252-B7F6-CDABAD11DA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75486" y="4489505"/>
            <a:ext cx="1916515" cy="2396561"/>
          </a:xfrm>
          <a:custGeom>
            <a:avLst/>
            <a:gdLst>
              <a:gd name="connsiteX0" fmla="*/ 7017182 w 11818630"/>
              <a:gd name="connsiteY0" fmla="*/ 0 h 6858000"/>
              <a:gd name="connsiteX1" fmla="*/ 11818630 w 11818630"/>
              <a:gd name="connsiteY1" fmla="*/ 0 h 6858000"/>
              <a:gd name="connsiteX2" fmla="*/ 11818630 w 11818630"/>
              <a:gd name="connsiteY2" fmla="*/ 4489505 h 6858000"/>
              <a:gd name="connsiteX3" fmla="*/ 11816460 w 11818630"/>
              <a:gd name="connsiteY3" fmla="*/ 4492187 h 6858000"/>
              <a:gd name="connsiteX4" fmla="*/ 10354815 w 11818630"/>
              <a:gd name="connsiteY4" fmla="*/ 6321870 h 6858000"/>
              <a:gd name="connsiteX5" fmla="*/ 9928370 w 11818630"/>
              <a:gd name="connsiteY5" fmla="*/ 6858000 h 6858000"/>
              <a:gd name="connsiteX6" fmla="*/ 0 w 11818630"/>
              <a:gd name="connsiteY6" fmla="*/ 6858000 h 6858000"/>
              <a:gd name="connsiteX7" fmla="*/ 15548 w 11818630"/>
              <a:gd name="connsiteY7" fmla="*/ 6741317 h 6858000"/>
              <a:gd name="connsiteX8" fmla="*/ 387858 w 11818630"/>
              <a:gd name="connsiteY8" fmla="*/ 5632555 h 6858000"/>
              <a:gd name="connsiteX9" fmla="*/ 2494163 w 11818630"/>
              <a:gd name="connsiteY9" fmla="*/ 3131046 h 6858000"/>
              <a:gd name="connsiteX10" fmla="*/ 5658249 w 11818630"/>
              <a:gd name="connsiteY10" fmla="*/ 783147 h 6858000"/>
              <a:gd name="connsiteX11" fmla="*/ 6840702 w 11818630"/>
              <a:gd name="connsiteY11" fmla="*/ 85078 h 6858000"/>
              <a:gd name="connsiteX0" fmla="*/ 0 w 11818630"/>
              <a:gd name="connsiteY0" fmla="*/ 6858000 h 6949440"/>
              <a:gd name="connsiteX1" fmla="*/ 15548 w 11818630"/>
              <a:gd name="connsiteY1" fmla="*/ 6741317 h 6949440"/>
              <a:gd name="connsiteX2" fmla="*/ 387858 w 11818630"/>
              <a:gd name="connsiteY2" fmla="*/ 5632555 h 6949440"/>
              <a:gd name="connsiteX3" fmla="*/ 2494163 w 11818630"/>
              <a:gd name="connsiteY3" fmla="*/ 3131046 h 6949440"/>
              <a:gd name="connsiteX4" fmla="*/ 5658249 w 11818630"/>
              <a:gd name="connsiteY4" fmla="*/ 783147 h 6949440"/>
              <a:gd name="connsiteX5" fmla="*/ 6840702 w 11818630"/>
              <a:gd name="connsiteY5" fmla="*/ 85078 h 6949440"/>
              <a:gd name="connsiteX6" fmla="*/ 7017182 w 11818630"/>
              <a:gd name="connsiteY6" fmla="*/ 0 h 6949440"/>
              <a:gd name="connsiteX7" fmla="*/ 11818630 w 11818630"/>
              <a:gd name="connsiteY7" fmla="*/ 0 h 6949440"/>
              <a:gd name="connsiteX8" fmla="*/ 11818630 w 11818630"/>
              <a:gd name="connsiteY8" fmla="*/ 4489505 h 6949440"/>
              <a:gd name="connsiteX9" fmla="*/ 11816460 w 11818630"/>
              <a:gd name="connsiteY9" fmla="*/ 4492187 h 6949440"/>
              <a:gd name="connsiteX10" fmla="*/ 10354815 w 11818630"/>
              <a:gd name="connsiteY10" fmla="*/ 6321870 h 6949440"/>
              <a:gd name="connsiteX11" fmla="*/ 10019810 w 11818630"/>
              <a:gd name="connsiteY11" fmla="*/ 6949440 h 6949440"/>
              <a:gd name="connsiteX0" fmla="*/ 0 w 11818630"/>
              <a:gd name="connsiteY0" fmla="*/ 6858000 h 6886066"/>
              <a:gd name="connsiteX1" fmla="*/ 15548 w 11818630"/>
              <a:gd name="connsiteY1" fmla="*/ 6741317 h 6886066"/>
              <a:gd name="connsiteX2" fmla="*/ 387858 w 11818630"/>
              <a:gd name="connsiteY2" fmla="*/ 5632555 h 6886066"/>
              <a:gd name="connsiteX3" fmla="*/ 2494163 w 11818630"/>
              <a:gd name="connsiteY3" fmla="*/ 3131046 h 6886066"/>
              <a:gd name="connsiteX4" fmla="*/ 5658249 w 11818630"/>
              <a:gd name="connsiteY4" fmla="*/ 783147 h 6886066"/>
              <a:gd name="connsiteX5" fmla="*/ 6840702 w 11818630"/>
              <a:gd name="connsiteY5" fmla="*/ 85078 h 6886066"/>
              <a:gd name="connsiteX6" fmla="*/ 7017182 w 11818630"/>
              <a:gd name="connsiteY6" fmla="*/ 0 h 6886066"/>
              <a:gd name="connsiteX7" fmla="*/ 11818630 w 11818630"/>
              <a:gd name="connsiteY7" fmla="*/ 0 h 6886066"/>
              <a:gd name="connsiteX8" fmla="*/ 11818630 w 11818630"/>
              <a:gd name="connsiteY8" fmla="*/ 4489505 h 6886066"/>
              <a:gd name="connsiteX9" fmla="*/ 11816460 w 11818630"/>
              <a:gd name="connsiteY9" fmla="*/ 4492187 h 6886066"/>
              <a:gd name="connsiteX10" fmla="*/ 10354815 w 11818630"/>
              <a:gd name="connsiteY10" fmla="*/ 6321870 h 6886066"/>
              <a:gd name="connsiteX11" fmla="*/ 9902115 w 11818630"/>
              <a:gd name="connsiteY11" fmla="*/ 6886066 h 6886066"/>
              <a:gd name="connsiteX0" fmla="*/ 0 w 11818630"/>
              <a:gd name="connsiteY0" fmla="*/ 6858000 h 6886066"/>
              <a:gd name="connsiteX1" fmla="*/ 15548 w 11818630"/>
              <a:gd name="connsiteY1" fmla="*/ 6741317 h 6886066"/>
              <a:gd name="connsiteX2" fmla="*/ 387858 w 11818630"/>
              <a:gd name="connsiteY2" fmla="*/ 5632555 h 6886066"/>
              <a:gd name="connsiteX3" fmla="*/ 2494163 w 11818630"/>
              <a:gd name="connsiteY3" fmla="*/ 3131046 h 6886066"/>
              <a:gd name="connsiteX4" fmla="*/ 5658249 w 11818630"/>
              <a:gd name="connsiteY4" fmla="*/ 783147 h 6886066"/>
              <a:gd name="connsiteX5" fmla="*/ 6840702 w 11818630"/>
              <a:gd name="connsiteY5" fmla="*/ 85078 h 6886066"/>
              <a:gd name="connsiteX6" fmla="*/ 11818630 w 11818630"/>
              <a:gd name="connsiteY6" fmla="*/ 0 h 6886066"/>
              <a:gd name="connsiteX7" fmla="*/ 11818630 w 11818630"/>
              <a:gd name="connsiteY7" fmla="*/ 4489505 h 6886066"/>
              <a:gd name="connsiteX8" fmla="*/ 11816460 w 11818630"/>
              <a:gd name="connsiteY8" fmla="*/ 4492187 h 6886066"/>
              <a:gd name="connsiteX9" fmla="*/ 10354815 w 11818630"/>
              <a:gd name="connsiteY9" fmla="*/ 6321870 h 6886066"/>
              <a:gd name="connsiteX10" fmla="*/ 9902115 w 11818630"/>
              <a:gd name="connsiteY10" fmla="*/ 6886066 h 6886066"/>
              <a:gd name="connsiteX0" fmla="*/ 0 w 11818630"/>
              <a:gd name="connsiteY0" fmla="*/ 7069778 h 7097844"/>
              <a:gd name="connsiteX1" fmla="*/ 15548 w 11818630"/>
              <a:gd name="connsiteY1" fmla="*/ 6953095 h 7097844"/>
              <a:gd name="connsiteX2" fmla="*/ 387858 w 11818630"/>
              <a:gd name="connsiteY2" fmla="*/ 5844333 h 7097844"/>
              <a:gd name="connsiteX3" fmla="*/ 2494163 w 11818630"/>
              <a:gd name="connsiteY3" fmla="*/ 3342824 h 7097844"/>
              <a:gd name="connsiteX4" fmla="*/ 5658249 w 11818630"/>
              <a:gd name="connsiteY4" fmla="*/ 994925 h 7097844"/>
              <a:gd name="connsiteX5" fmla="*/ 11818630 w 11818630"/>
              <a:gd name="connsiteY5" fmla="*/ 211778 h 7097844"/>
              <a:gd name="connsiteX6" fmla="*/ 11818630 w 11818630"/>
              <a:gd name="connsiteY6" fmla="*/ 4701283 h 7097844"/>
              <a:gd name="connsiteX7" fmla="*/ 11816460 w 11818630"/>
              <a:gd name="connsiteY7" fmla="*/ 4703965 h 7097844"/>
              <a:gd name="connsiteX8" fmla="*/ 10354815 w 11818630"/>
              <a:gd name="connsiteY8" fmla="*/ 6533648 h 7097844"/>
              <a:gd name="connsiteX9" fmla="*/ 9902115 w 11818630"/>
              <a:gd name="connsiteY9" fmla="*/ 7097844 h 7097844"/>
              <a:gd name="connsiteX0" fmla="*/ 0 w 11818630"/>
              <a:gd name="connsiteY0" fmla="*/ 6872876 h 6900942"/>
              <a:gd name="connsiteX1" fmla="*/ 15548 w 11818630"/>
              <a:gd name="connsiteY1" fmla="*/ 6756193 h 6900942"/>
              <a:gd name="connsiteX2" fmla="*/ 387858 w 11818630"/>
              <a:gd name="connsiteY2" fmla="*/ 5647431 h 6900942"/>
              <a:gd name="connsiteX3" fmla="*/ 2494163 w 11818630"/>
              <a:gd name="connsiteY3" fmla="*/ 3145922 h 6900942"/>
              <a:gd name="connsiteX4" fmla="*/ 11818630 w 11818630"/>
              <a:gd name="connsiteY4" fmla="*/ 14876 h 6900942"/>
              <a:gd name="connsiteX5" fmla="*/ 11818630 w 11818630"/>
              <a:gd name="connsiteY5" fmla="*/ 4504381 h 6900942"/>
              <a:gd name="connsiteX6" fmla="*/ 11816460 w 11818630"/>
              <a:gd name="connsiteY6" fmla="*/ 4507063 h 6900942"/>
              <a:gd name="connsiteX7" fmla="*/ 10354815 w 11818630"/>
              <a:gd name="connsiteY7" fmla="*/ 6336746 h 6900942"/>
              <a:gd name="connsiteX8" fmla="*/ 9902115 w 11818630"/>
              <a:gd name="connsiteY8" fmla="*/ 6900942 h 6900942"/>
              <a:gd name="connsiteX0" fmla="*/ 577707 w 12396337"/>
              <a:gd name="connsiteY0" fmla="*/ 6858000 h 6886066"/>
              <a:gd name="connsiteX1" fmla="*/ 593255 w 12396337"/>
              <a:gd name="connsiteY1" fmla="*/ 6741317 h 6886066"/>
              <a:gd name="connsiteX2" fmla="*/ 965565 w 12396337"/>
              <a:gd name="connsiteY2" fmla="*/ 5632555 h 6886066"/>
              <a:gd name="connsiteX3" fmla="*/ 12396337 w 12396337"/>
              <a:gd name="connsiteY3" fmla="*/ 0 h 6886066"/>
              <a:gd name="connsiteX4" fmla="*/ 12396337 w 12396337"/>
              <a:gd name="connsiteY4" fmla="*/ 4489505 h 6886066"/>
              <a:gd name="connsiteX5" fmla="*/ 12394167 w 12396337"/>
              <a:gd name="connsiteY5" fmla="*/ 4492187 h 6886066"/>
              <a:gd name="connsiteX6" fmla="*/ 10932522 w 12396337"/>
              <a:gd name="connsiteY6" fmla="*/ 6321870 h 6886066"/>
              <a:gd name="connsiteX7" fmla="*/ 10479822 w 12396337"/>
              <a:gd name="connsiteY7" fmla="*/ 6886066 h 6886066"/>
              <a:gd name="connsiteX0" fmla="*/ 0 w 11818630"/>
              <a:gd name="connsiteY0" fmla="*/ 6858000 h 6886066"/>
              <a:gd name="connsiteX1" fmla="*/ 387858 w 11818630"/>
              <a:gd name="connsiteY1" fmla="*/ 5632555 h 6886066"/>
              <a:gd name="connsiteX2" fmla="*/ 11818630 w 11818630"/>
              <a:gd name="connsiteY2" fmla="*/ 0 h 6886066"/>
              <a:gd name="connsiteX3" fmla="*/ 11818630 w 11818630"/>
              <a:gd name="connsiteY3" fmla="*/ 4489505 h 6886066"/>
              <a:gd name="connsiteX4" fmla="*/ 11816460 w 11818630"/>
              <a:gd name="connsiteY4" fmla="*/ 4492187 h 6886066"/>
              <a:gd name="connsiteX5" fmla="*/ 10354815 w 11818630"/>
              <a:gd name="connsiteY5" fmla="*/ 6321870 h 6886066"/>
              <a:gd name="connsiteX6" fmla="*/ 9902115 w 11818630"/>
              <a:gd name="connsiteY6" fmla="*/ 6886066 h 6886066"/>
              <a:gd name="connsiteX0" fmla="*/ 0 w 11818630"/>
              <a:gd name="connsiteY0" fmla="*/ 6858000 h 6886066"/>
              <a:gd name="connsiteX1" fmla="*/ 11818630 w 11818630"/>
              <a:gd name="connsiteY1" fmla="*/ 0 h 6886066"/>
              <a:gd name="connsiteX2" fmla="*/ 11818630 w 11818630"/>
              <a:gd name="connsiteY2" fmla="*/ 4489505 h 6886066"/>
              <a:gd name="connsiteX3" fmla="*/ 11816460 w 11818630"/>
              <a:gd name="connsiteY3" fmla="*/ 4492187 h 6886066"/>
              <a:gd name="connsiteX4" fmla="*/ 10354815 w 11818630"/>
              <a:gd name="connsiteY4" fmla="*/ 6321870 h 6886066"/>
              <a:gd name="connsiteX5" fmla="*/ 9902115 w 11818630"/>
              <a:gd name="connsiteY5" fmla="*/ 6886066 h 6886066"/>
              <a:gd name="connsiteX0" fmla="*/ 1916515 w 1916515"/>
              <a:gd name="connsiteY0" fmla="*/ 0 h 6886066"/>
              <a:gd name="connsiteX1" fmla="*/ 1916515 w 1916515"/>
              <a:gd name="connsiteY1" fmla="*/ 4489505 h 6886066"/>
              <a:gd name="connsiteX2" fmla="*/ 1914345 w 1916515"/>
              <a:gd name="connsiteY2" fmla="*/ 4492187 h 6886066"/>
              <a:gd name="connsiteX3" fmla="*/ 452700 w 1916515"/>
              <a:gd name="connsiteY3" fmla="*/ 6321870 h 6886066"/>
              <a:gd name="connsiteX4" fmla="*/ 0 w 1916515"/>
              <a:gd name="connsiteY4" fmla="*/ 6886066 h 6886066"/>
              <a:gd name="connsiteX0" fmla="*/ 1916515 w 1916515"/>
              <a:gd name="connsiteY0" fmla="*/ 0 h 2396561"/>
              <a:gd name="connsiteX1" fmla="*/ 1914345 w 1916515"/>
              <a:gd name="connsiteY1" fmla="*/ 2682 h 2396561"/>
              <a:gd name="connsiteX2" fmla="*/ 452700 w 1916515"/>
              <a:gd name="connsiteY2" fmla="*/ 1832365 h 2396561"/>
              <a:gd name="connsiteX3" fmla="*/ 0 w 1916515"/>
              <a:gd name="connsiteY3" fmla="*/ 2396561 h 2396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16515" h="2396561">
                <a:moveTo>
                  <a:pt x="1916515" y="0"/>
                </a:moveTo>
                <a:lnTo>
                  <a:pt x="1914345" y="2682"/>
                </a:lnTo>
                <a:cubicBezTo>
                  <a:pt x="1430582" y="598348"/>
                  <a:pt x="941296" y="1216779"/>
                  <a:pt x="452700" y="1832365"/>
                </a:cubicBezTo>
                <a:cubicBezTo>
                  <a:pt x="310552" y="2011075"/>
                  <a:pt x="0" y="2396561"/>
                  <a:pt x="0" y="2396561"/>
                </a:cubicBezTo>
              </a:path>
            </a:pathLst>
          </a:cu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prstClr val="white"/>
              </a:solidFill>
              <a:latin typeface="Avenir Next LT Pro Light"/>
            </a:endParaRPr>
          </a:p>
        </p:txBody>
      </p:sp>
      <p:graphicFrame>
        <p:nvGraphicFramePr>
          <p:cNvPr id="5" name="Substituent conținut 2">
            <a:extLst>
              <a:ext uri="{FF2B5EF4-FFF2-40B4-BE49-F238E27FC236}">
                <a16:creationId xmlns:a16="http://schemas.microsoft.com/office/drawing/2014/main" id="{27EE43C1-D204-89FC-1DCC-E161854CEC0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95839602"/>
              </p:ext>
            </p:extLst>
          </p:nvPr>
        </p:nvGraphicFramePr>
        <p:xfrm>
          <a:off x="4572000" y="1524000"/>
          <a:ext cx="685800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384727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987A0FBA-CC04-4256-A8EB-BB3C543E98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3D065C6D-EB42-400B-99C4-D0ACE936F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13174" y="0"/>
            <a:ext cx="5578824" cy="6028256"/>
          </a:xfrm>
          <a:custGeom>
            <a:avLst/>
            <a:gdLst>
              <a:gd name="connsiteX0" fmla="*/ 1681218 w 5578824"/>
              <a:gd name="connsiteY0" fmla="*/ 0 h 6028256"/>
              <a:gd name="connsiteX1" fmla="*/ 5578824 w 5578824"/>
              <a:gd name="connsiteY1" fmla="*/ 0 h 6028256"/>
              <a:gd name="connsiteX2" fmla="*/ 5578824 w 5578824"/>
              <a:gd name="connsiteY2" fmla="*/ 5760161 h 6028256"/>
              <a:gd name="connsiteX3" fmla="*/ 5441231 w 5578824"/>
              <a:gd name="connsiteY3" fmla="*/ 5804042 h 6028256"/>
              <a:gd name="connsiteX4" fmla="*/ 4253224 w 5578824"/>
              <a:gd name="connsiteY4" fmla="*/ 5980388 h 6028256"/>
              <a:gd name="connsiteX5" fmla="*/ 837278 w 5578824"/>
              <a:gd name="connsiteY5" fmla="*/ 4877588 h 6028256"/>
              <a:gd name="connsiteX6" fmla="*/ 109626 w 5578824"/>
              <a:gd name="connsiteY6" fmla="*/ 3329255 h 6028256"/>
              <a:gd name="connsiteX7" fmla="*/ 156962 w 5578824"/>
              <a:gd name="connsiteY7" fmla="*/ 1773839 h 6028256"/>
              <a:gd name="connsiteX8" fmla="*/ 904890 w 5578824"/>
              <a:gd name="connsiteY8" fmla="*/ 738354 h 6028256"/>
              <a:gd name="connsiteX9" fmla="*/ 1304592 w 5578824"/>
              <a:gd name="connsiteY9" fmla="*/ 360545 h 60282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578824" h="6028256">
                <a:moveTo>
                  <a:pt x="1681218" y="0"/>
                </a:moveTo>
                <a:lnTo>
                  <a:pt x="5578824" y="0"/>
                </a:lnTo>
                <a:lnTo>
                  <a:pt x="5578824" y="5760161"/>
                </a:lnTo>
                <a:lnTo>
                  <a:pt x="5441231" y="5804042"/>
                </a:lnTo>
                <a:cubicBezTo>
                  <a:pt x="5079089" y="5907589"/>
                  <a:pt x="4674877" y="5944442"/>
                  <a:pt x="4253224" y="5980388"/>
                </a:cubicBezTo>
                <a:cubicBezTo>
                  <a:pt x="2813852" y="6102970"/>
                  <a:pt x="1551586" y="6071494"/>
                  <a:pt x="837278" y="4877588"/>
                </a:cubicBezTo>
                <a:cubicBezTo>
                  <a:pt x="529862" y="4363935"/>
                  <a:pt x="255162" y="3847185"/>
                  <a:pt x="109626" y="3329255"/>
                </a:cubicBezTo>
                <a:cubicBezTo>
                  <a:pt x="-35907" y="2811325"/>
                  <a:pt x="-52277" y="2292214"/>
                  <a:pt x="156962" y="1773839"/>
                </a:cubicBezTo>
                <a:cubicBezTo>
                  <a:pt x="296494" y="1428108"/>
                  <a:pt x="536161" y="1082881"/>
                  <a:pt x="904890" y="738354"/>
                </a:cubicBezTo>
                <a:cubicBezTo>
                  <a:pt x="1036690" y="615181"/>
                  <a:pt x="1169968" y="488910"/>
                  <a:pt x="1304592" y="360545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362A0EA-3E81-4464-94B8-70BE5870ED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87883" y="0"/>
            <a:ext cx="5704117" cy="6096000"/>
          </a:xfrm>
          <a:custGeom>
            <a:avLst/>
            <a:gdLst>
              <a:gd name="connsiteX0" fmla="*/ 0 w 5704117"/>
              <a:gd name="connsiteY0" fmla="*/ 0 h 6096000"/>
              <a:gd name="connsiteX1" fmla="*/ 4562795 w 5704117"/>
              <a:gd name="connsiteY1" fmla="*/ 0 h 6096000"/>
              <a:gd name="connsiteX2" fmla="*/ 4721192 w 5704117"/>
              <a:gd name="connsiteY2" fmla="*/ 133595 h 6096000"/>
              <a:gd name="connsiteX3" fmla="*/ 5467522 w 5704117"/>
              <a:gd name="connsiteY3" fmla="*/ 1054328 h 6096000"/>
              <a:gd name="connsiteX4" fmla="*/ 5538873 w 5704117"/>
              <a:gd name="connsiteY4" fmla="*/ 2897564 h 6096000"/>
              <a:gd name="connsiteX5" fmla="*/ 4442050 w 5704117"/>
              <a:gd name="connsiteY5" fmla="*/ 4732407 h 6096000"/>
              <a:gd name="connsiteX6" fmla="*/ 93046 w 5704117"/>
              <a:gd name="connsiteY6" fmla="*/ 6082857 h 6096000"/>
              <a:gd name="connsiteX7" fmla="*/ 0 w 5704117"/>
              <a:gd name="connsiteY7" fmla="*/ 6078450 h 6096000"/>
              <a:gd name="connsiteX0" fmla="*/ 4562795 w 5704117"/>
              <a:gd name="connsiteY0" fmla="*/ 0 h 6096000"/>
              <a:gd name="connsiteX1" fmla="*/ 4721192 w 5704117"/>
              <a:gd name="connsiteY1" fmla="*/ 133595 h 6096000"/>
              <a:gd name="connsiteX2" fmla="*/ 5467522 w 5704117"/>
              <a:gd name="connsiteY2" fmla="*/ 1054328 h 6096000"/>
              <a:gd name="connsiteX3" fmla="*/ 5538873 w 5704117"/>
              <a:gd name="connsiteY3" fmla="*/ 2897564 h 6096000"/>
              <a:gd name="connsiteX4" fmla="*/ 4442050 w 5704117"/>
              <a:gd name="connsiteY4" fmla="*/ 4732407 h 6096000"/>
              <a:gd name="connsiteX5" fmla="*/ 93046 w 5704117"/>
              <a:gd name="connsiteY5" fmla="*/ 6082857 h 6096000"/>
              <a:gd name="connsiteX6" fmla="*/ 0 w 5704117"/>
              <a:gd name="connsiteY6" fmla="*/ 6078450 h 6096000"/>
              <a:gd name="connsiteX7" fmla="*/ 91440 w 5704117"/>
              <a:gd name="connsiteY7" fmla="*/ 91440 h 6096000"/>
              <a:gd name="connsiteX0" fmla="*/ 4562795 w 5704117"/>
              <a:gd name="connsiteY0" fmla="*/ 0 h 6096000"/>
              <a:gd name="connsiteX1" fmla="*/ 4721192 w 5704117"/>
              <a:gd name="connsiteY1" fmla="*/ 133595 h 6096000"/>
              <a:gd name="connsiteX2" fmla="*/ 5467522 w 5704117"/>
              <a:gd name="connsiteY2" fmla="*/ 1054328 h 6096000"/>
              <a:gd name="connsiteX3" fmla="*/ 5538873 w 5704117"/>
              <a:gd name="connsiteY3" fmla="*/ 2897564 h 6096000"/>
              <a:gd name="connsiteX4" fmla="*/ 4442050 w 5704117"/>
              <a:gd name="connsiteY4" fmla="*/ 4732407 h 6096000"/>
              <a:gd name="connsiteX5" fmla="*/ 93046 w 5704117"/>
              <a:gd name="connsiteY5" fmla="*/ 6082857 h 6096000"/>
              <a:gd name="connsiteX6" fmla="*/ 0 w 5704117"/>
              <a:gd name="connsiteY6" fmla="*/ 6078450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04117" h="6096000">
                <a:moveTo>
                  <a:pt x="4562795" y="0"/>
                </a:moveTo>
                <a:lnTo>
                  <a:pt x="4721192" y="133595"/>
                </a:lnTo>
                <a:cubicBezTo>
                  <a:pt x="5067135" y="440105"/>
                  <a:pt x="5309779" y="747048"/>
                  <a:pt x="5467522" y="1054328"/>
                </a:cubicBezTo>
                <a:cubicBezTo>
                  <a:pt x="5782917" y="1668625"/>
                  <a:pt x="5758242" y="2283795"/>
                  <a:pt x="5538873" y="2897564"/>
                </a:cubicBezTo>
                <a:cubicBezTo>
                  <a:pt x="5319500" y="3511334"/>
                  <a:pt x="4905433" y="4123706"/>
                  <a:pt x="4442050" y="4732407"/>
                </a:cubicBezTo>
                <a:cubicBezTo>
                  <a:pt x="3499930" y="5970384"/>
                  <a:pt x="1925433" y="6153690"/>
                  <a:pt x="93046" y="6082857"/>
                </a:cubicBezTo>
                <a:lnTo>
                  <a:pt x="0" y="6078450"/>
                </a:lnTo>
              </a:path>
            </a:pathLst>
          </a:cu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prstClr val="white"/>
              </a:solidFill>
              <a:latin typeface="Avenir Next LT Pro Light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6B28D58-F75C-0F6A-DE7E-B4AB01FA438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62000" y="2286000"/>
            <a:ext cx="5334000" cy="381000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Scop: creșterea </a:t>
            </a:r>
            <a:r>
              <a:rPr kumimoji="0" lang="en-US" altLang="ro-RO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acurate</a:t>
            </a:r>
            <a:r>
              <a:rPr kumimoji="0" lang="ro-RO" altLang="ro-RO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ții la transformări realiste ale imaginii (invarianțe)</a:t>
            </a:r>
          </a:p>
          <a:p>
            <a:pPr marL="0" marR="0" lvl="0" indent="0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Augmentări folosite: </a:t>
            </a:r>
            <a:r>
              <a:rPr kumimoji="0" lang="ro-RO" altLang="ro-RO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random</a:t>
            </a:r>
            <a:r>
              <a:rPr kumimoji="0" lang="ro-RO" altLang="ro-RO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crop, </a:t>
            </a:r>
            <a:r>
              <a:rPr kumimoji="0" lang="ro-RO" altLang="ro-RO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flip</a:t>
            </a:r>
            <a:r>
              <a:rPr kumimoji="0" lang="ro-RO" altLang="ro-RO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orizontal, jitter de culoare (luminozitate/contrast/saturație)</a:t>
            </a:r>
          </a:p>
          <a:p>
            <a:pPr marL="0" marR="0" lvl="0" indent="0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Efect: modelul învață „conținutul” și nu memorizează o singură versiune exactă a imaginii</a:t>
            </a:r>
          </a:p>
          <a:p>
            <a:pPr marL="0" marR="0" lvl="0" indent="0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Justificare: augmentarea este baza perechilor pozitive în regim self-</a:t>
            </a:r>
            <a:r>
              <a:rPr kumimoji="0" lang="ro-RO" altLang="ro-RO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supervised</a:t>
            </a:r>
            <a:endParaRPr kumimoji="0" lang="ro-RO" altLang="ro-RO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2" name="Titlu 1">
            <a:extLst>
              <a:ext uri="{FF2B5EF4-FFF2-40B4-BE49-F238E27FC236}">
                <a16:creationId xmlns:a16="http://schemas.microsoft.com/office/drawing/2014/main" id="{2E85CDD8-EE46-F329-6BCC-3E8815A71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62000"/>
            <a:ext cx="5334000" cy="1524000"/>
          </a:xfrm>
        </p:spPr>
        <p:txBody>
          <a:bodyPr>
            <a:normAutofit/>
          </a:bodyPr>
          <a:lstStyle/>
          <a:p>
            <a:r>
              <a:rPr lang="fr-FR" sz="3200"/>
              <a:t>Augmentare de date: rol și exemple</a:t>
            </a:r>
            <a:endParaRPr lang="ro-RO" sz="3200"/>
          </a:p>
        </p:txBody>
      </p:sp>
      <p:pic>
        <p:nvPicPr>
          <p:cNvPr id="6" name="Imagine 5" descr="O imagine care conține text, captură de ecran, Font&#10;&#10;Conținutul generat de inteligența artificială poate fi incorect.">
            <a:extLst>
              <a:ext uri="{FF2B5EF4-FFF2-40B4-BE49-F238E27FC236}">
                <a16:creationId xmlns:a16="http://schemas.microsoft.com/office/drawing/2014/main" id="{7F72B59C-9ECA-B723-C3C6-D3084FE6D1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3621" y="1999835"/>
            <a:ext cx="6096000" cy="3261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95484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987A0FBA-CC04-4256-A8EB-BB3C543E98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C75CD783-E708-4711-B23C-5B7B72A3D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5578824" cy="6028256"/>
          </a:xfrm>
          <a:custGeom>
            <a:avLst/>
            <a:gdLst>
              <a:gd name="connsiteX0" fmla="*/ 0 w 5578824"/>
              <a:gd name="connsiteY0" fmla="*/ 0 h 6028256"/>
              <a:gd name="connsiteX1" fmla="*/ 3897606 w 5578824"/>
              <a:gd name="connsiteY1" fmla="*/ 0 h 6028256"/>
              <a:gd name="connsiteX2" fmla="*/ 4274232 w 5578824"/>
              <a:gd name="connsiteY2" fmla="*/ 360545 h 6028256"/>
              <a:gd name="connsiteX3" fmla="*/ 4673934 w 5578824"/>
              <a:gd name="connsiteY3" fmla="*/ 738354 h 6028256"/>
              <a:gd name="connsiteX4" fmla="*/ 5421862 w 5578824"/>
              <a:gd name="connsiteY4" fmla="*/ 1773839 h 6028256"/>
              <a:gd name="connsiteX5" fmla="*/ 5469199 w 5578824"/>
              <a:gd name="connsiteY5" fmla="*/ 3329255 h 6028256"/>
              <a:gd name="connsiteX6" fmla="*/ 4741546 w 5578824"/>
              <a:gd name="connsiteY6" fmla="*/ 4877588 h 6028256"/>
              <a:gd name="connsiteX7" fmla="*/ 1325600 w 5578824"/>
              <a:gd name="connsiteY7" fmla="*/ 5980388 h 6028256"/>
              <a:gd name="connsiteX8" fmla="*/ 137593 w 5578824"/>
              <a:gd name="connsiteY8" fmla="*/ 5804042 h 6028256"/>
              <a:gd name="connsiteX9" fmla="*/ 0 w 5578824"/>
              <a:gd name="connsiteY9" fmla="*/ 5760161 h 60282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578824" h="6028256">
                <a:moveTo>
                  <a:pt x="0" y="0"/>
                </a:moveTo>
                <a:lnTo>
                  <a:pt x="3897606" y="0"/>
                </a:lnTo>
                <a:lnTo>
                  <a:pt x="4274232" y="360545"/>
                </a:lnTo>
                <a:cubicBezTo>
                  <a:pt x="4408856" y="488910"/>
                  <a:pt x="4542134" y="615181"/>
                  <a:pt x="4673934" y="738354"/>
                </a:cubicBezTo>
                <a:cubicBezTo>
                  <a:pt x="5042663" y="1082881"/>
                  <a:pt x="5282330" y="1428108"/>
                  <a:pt x="5421862" y="1773839"/>
                </a:cubicBezTo>
                <a:cubicBezTo>
                  <a:pt x="5631101" y="2292214"/>
                  <a:pt x="5614731" y="2811325"/>
                  <a:pt x="5469199" y="3329255"/>
                </a:cubicBezTo>
                <a:cubicBezTo>
                  <a:pt x="5323662" y="3847185"/>
                  <a:pt x="5048962" y="4363935"/>
                  <a:pt x="4741546" y="4877588"/>
                </a:cubicBezTo>
                <a:cubicBezTo>
                  <a:pt x="4027238" y="6071494"/>
                  <a:pt x="2764972" y="6102970"/>
                  <a:pt x="1325600" y="5980388"/>
                </a:cubicBezTo>
                <a:cubicBezTo>
                  <a:pt x="903947" y="5944442"/>
                  <a:pt x="499735" y="5907589"/>
                  <a:pt x="137593" y="5804042"/>
                </a:cubicBezTo>
                <a:lnTo>
                  <a:pt x="0" y="576016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633B38B-B87A-4288-A20F-0223A6C27A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5704117" cy="6096000"/>
          </a:xfrm>
          <a:custGeom>
            <a:avLst/>
            <a:gdLst>
              <a:gd name="connsiteX0" fmla="*/ 0 w 5704117"/>
              <a:gd name="connsiteY0" fmla="*/ 0 h 6096000"/>
              <a:gd name="connsiteX1" fmla="*/ 4562795 w 5704117"/>
              <a:gd name="connsiteY1" fmla="*/ 0 h 6096000"/>
              <a:gd name="connsiteX2" fmla="*/ 4721192 w 5704117"/>
              <a:gd name="connsiteY2" fmla="*/ 133595 h 6096000"/>
              <a:gd name="connsiteX3" fmla="*/ 5467522 w 5704117"/>
              <a:gd name="connsiteY3" fmla="*/ 1054328 h 6096000"/>
              <a:gd name="connsiteX4" fmla="*/ 5538873 w 5704117"/>
              <a:gd name="connsiteY4" fmla="*/ 2897564 h 6096000"/>
              <a:gd name="connsiteX5" fmla="*/ 4442050 w 5704117"/>
              <a:gd name="connsiteY5" fmla="*/ 4732407 h 6096000"/>
              <a:gd name="connsiteX6" fmla="*/ 93046 w 5704117"/>
              <a:gd name="connsiteY6" fmla="*/ 6082857 h 6096000"/>
              <a:gd name="connsiteX7" fmla="*/ 0 w 5704117"/>
              <a:gd name="connsiteY7" fmla="*/ 6078450 h 6096000"/>
              <a:gd name="connsiteX0" fmla="*/ 4562795 w 5704117"/>
              <a:gd name="connsiteY0" fmla="*/ 0 h 6096000"/>
              <a:gd name="connsiteX1" fmla="*/ 4721192 w 5704117"/>
              <a:gd name="connsiteY1" fmla="*/ 133595 h 6096000"/>
              <a:gd name="connsiteX2" fmla="*/ 5467522 w 5704117"/>
              <a:gd name="connsiteY2" fmla="*/ 1054328 h 6096000"/>
              <a:gd name="connsiteX3" fmla="*/ 5538873 w 5704117"/>
              <a:gd name="connsiteY3" fmla="*/ 2897564 h 6096000"/>
              <a:gd name="connsiteX4" fmla="*/ 4442050 w 5704117"/>
              <a:gd name="connsiteY4" fmla="*/ 4732407 h 6096000"/>
              <a:gd name="connsiteX5" fmla="*/ 93046 w 5704117"/>
              <a:gd name="connsiteY5" fmla="*/ 6082857 h 6096000"/>
              <a:gd name="connsiteX6" fmla="*/ 0 w 5704117"/>
              <a:gd name="connsiteY6" fmla="*/ 6078450 h 6096000"/>
              <a:gd name="connsiteX7" fmla="*/ 91440 w 5704117"/>
              <a:gd name="connsiteY7" fmla="*/ 91440 h 6096000"/>
              <a:gd name="connsiteX0" fmla="*/ 4562795 w 5704117"/>
              <a:gd name="connsiteY0" fmla="*/ 0 h 6096000"/>
              <a:gd name="connsiteX1" fmla="*/ 4721192 w 5704117"/>
              <a:gd name="connsiteY1" fmla="*/ 133595 h 6096000"/>
              <a:gd name="connsiteX2" fmla="*/ 5467522 w 5704117"/>
              <a:gd name="connsiteY2" fmla="*/ 1054328 h 6096000"/>
              <a:gd name="connsiteX3" fmla="*/ 5538873 w 5704117"/>
              <a:gd name="connsiteY3" fmla="*/ 2897564 h 6096000"/>
              <a:gd name="connsiteX4" fmla="*/ 4442050 w 5704117"/>
              <a:gd name="connsiteY4" fmla="*/ 4732407 h 6096000"/>
              <a:gd name="connsiteX5" fmla="*/ 93046 w 5704117"/>
              <a:gd name="connsiteY5" fmla="*/ 6082857 h 6096000"/>
              <a:gd name="connsiteX6" fmla="*/ 0 w 5704117"/>
              <a:gd name="connsiteY6" fmla="*/ 6078450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04117" h="6096000">
                <a:moveTo>
                  <a:pt x="4562795" y="0"/>
                </a:moveTo>
                <a:lnTo>
                  <a:pt x="4721192" y="133595"/>
                </a:lnTo>
                <a:cubicBezTo>
                  <a:pt x="5067135" y="440105"/>
                  <a:pt x="5309779" y="747048"/>
                  <a:pt x="5467522" y="1054328"/>
                </a:cubicBezTo>
                <a:cubicBezTo>
                  <a:pt x="5782917" y="1668625"/>
                  <a:pt x="5758242" y="2283795"/>
                  <a:pt x="5538873" y="2897564"/>
                </a:cubicBezTo>
                <a:cubicBezTo>
                  <a:pt x="5319500" y="3511334"/>
                  <a:pt x="4905433" y="4123706"/>
                  <a:pt x="4442050" y="4732407"/>
                </a:cubicBezTo>
                <a:cubicBezTo>
                  <a:pt x="3499930" y="5970384"/>
                  <a:pt x="1925433" y="6153690"/>
                  <a:pt x="93046" y="6082857"/>
                </a:cubicBezTo>
                <a:lnTo>
                  <a:pt x="0" y="6078450"/>
                </a:lnTo>
              </a:path>
            </a:pathLst>
          </a:cu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prstClr val="white"/>
              </a:solidFill>
              <a:latin typeface="Avenir Next LT Pro Light"/>
            </a:endParaRPr>
          </a:p>
        </p:txBody>
      </p:sp>
      <p:pic>
        <p:nvPicPr>
          <p:cNvPr id="6" name="Imagine 5" descr="O imagine care conține text, captură de ecran, Font&#10;&#10;Conținutul generat de inteligența artificială poate fi incorect.">
            <a:extLst>
              <a:ext uri="{FF2B5EF4-FFF2-40B4-BE49-F238E27FC236}">
                <a16:creationId xmlns:a16="http://schemas.microsoft.com/office/drawing/2014/main" id="{AE7EB28E-1686-6E47-F185-4DB7ACEB9EE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5644" b="2"/>
          <a:stretch>
            <a:fillRect/>
          </a:stretch>
        </p:blipFill>
        <p:spPr>
          <a:xfrm>
            <a:off x="395416" y="725272"/>
            <a:ext cx="4611366" cy="5379902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A9AC4E3B-A350-C08F-46AC-3C37462EB2C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96000" y="2286000"/>
            <a:ext cx="5334000" cy="381000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 fontScale="92500"/>
          </a:bodyPr>
          <a:lstStyle/>
          <a:p>
            <a:pPr marL="0" indent="0" eaLnBrk="0" fontAlgn="base" hangingPunct="0">
              <a:lnSpc>
                <a:spcPct val="115000"/>
              </a:lnSpc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ro-RO" altLang="ro-RO" sz="2400" dirty="0">
                <a:solidFill>
                  <a:srgbClr val="FFFFFF"/>
                </a:solidFill>
                <a:latin typeface="Arial" panose="020B0604020202020204" pitchFamily="34" charset="0"/>
              </a:rPr>
              <a:t>Fiecare eșantion returnează un triplet: (img1, img2, </a:t>
            </a:r>
            <a:r>
              <a:rPr lang="ro-RO" altLang="ro-RO" sz="2400" dirty="0" err="1">
                <a:solidFill>
                  <a:srgbClr val="FFFFFF"/>
                </a:solidFill>
                <a:latin typeface="Arial" panose="020B0604020202020204" pitchFamily="34" charset="0"/>
              </a:rPr>
              <a:t>target</a:t>
            </a:r>
            <a:r>
              <a:rPr lang="ro-RO" altLang="ro-RO" sz="2400" dirty="0">
                <a:solidFill>
                  <a:srgbClr val="FFFFFF"/>
                </a:solidFill>
                <a:latin typeface="Arial" panose="020B0604020202020204" pitchFamily="34" charset="0"/>
              </a:rPr>
              <a:t>)</a:t>
            </a:r>
          </a:p>
          <a:p>
            <a:pPr marL="0" indent="0" eaLnBrk="0" fontAlgn="base" hangingPunct="0">
              <a:lnSpc>
                <a:spcPct val="115000"/>
              </a:lnSpc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ro-RO" altLang="ro-RO" sz="2400" dirty="0">
                <a:solidFill>
                  <a:srgbClr val="FFFFFF"/>
                </a:solidFill>
                <a:latin typeface="Arial" panose="020B0604020202020204" pitchFamily="34" charset="0"/>
              </a:rPr>
              <a:t>Pereche pozitivă: două augmentări ale aceleiași imagini (</a:t>
            </a:r>
            <a:r>
              <a:rPr lang="ro-RO" altLang="ro-RO" sz="2400" dirty="0" err="1">
                <a:solidFill>
                  <a:srgbClr val="FFFFFF"/>
                </a:solidFill>
                <a:latin typeface="Arial" panose="020B0604020202020204" pitchFamily="34" charset="0"/>
              </a:rPr>
              <a:t>target</a:t>
            </a:r>
            <a:r>
              <a:rPr lang="ro-RO" altLang="ro-RO" sz="2400" dirty="0">
                <a:solidFill>
                  <a:srgbClr val="FFFFFF"/>
                </a:solidFill>
                <a:latin typeface="Arial" panose="020B0604020202020204" pitchFamily="34" charset="0"/>
              </a:rPr>
              <a:t>=1)</a:t>
            </a:r>
          </a:p>
          <a:p>
            <a:pPr marL="0" indent="0" eaLnBrk="0" fontAlgn="base" hangingPunct="0">
              <a:lnSpc>
                <a:spcPct val="115000"/>
              </a:lnSpc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ro-RO" altLang="ro-RO" sz="2400" dirty="0">
                <a:solidFill>
                  <a:srgbClr val="FFFFFF"/>
                </a:solidFill>
                <a:latin typeface="Arial" panose="020B0604020202020204" pitchFamily="34" charset="0"/>
              </a:rPr>
              <a:t>Pereche negativă: imaginea curentă vs. o imagine </a:t>
            </a:r>
            <a:r>
              <a:rPr lang="ro-RO" altLang="ro-RO" sz="2400" dirty="0" err="1">
                <a:solidFill>
                  <a:srgbClr val="FFFFFF"/>
                </a:solidFill>
                <a:latin typeface="Arial" panose="020B0604020202020204" pitchFamily="34" charset="0"/>
              </a:rPr>
              <a:t>aleatoare</a:t>
            </a:r>
            <a:r>
              <a:rPr lang="ro-RO" altLang="ro-RO" sz="2400" dirty="0">
                <a:solidFill>
                  <a:srgbClr val="FFFFFF"/>
                </a:solidFill>
                <a:latin typeface="Arial" panose="020B0604020202020204" pitchFamily="34" charset="0"/>
              </a:rPr>
              <a:t> diferită (</a:t>
            </a:r>
            <a:r>
              <a:rPr lang="ro-RO" altLang="ro-RO" sz="2400" dirty="0" err="1">
                <a:solidFill>
                  <a:srgbClr val="FFFFFF"/>
                </a:solidFill>
                <a:latin typeface="Arial" panose="020B0604020202020204" pitchFamily="34" charset="0"/>
              </a:rPr>
              <a:t>target</a:t>
            </a:r>
            <a:r>
              <a:rPr lang="ro-RO" altLang="ro-RO" sz="2400" dirty="0">
                <a:solidFill>
                  <a:srgbClr val="FFFFFF"/>
                </a:solidFill>
                <a:latin typeface="Arial" panose="020B0604020202020204" pitchFamily="34" charset="0"/>
              </a:rPr>
              <a:t>=0)</a:t>
            </a:r>
          </a:p>
          <a:p>
            <a:pPr marL="0" indent="0" eaLnBrk="0" fontAlgn="base" hangingPunct="0">
              <a:lnSpc>
                <a:spcPct val="115000"/>
              </a:lnSpc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ro-RO" altLang="ro-RO" sz="2400" dirty="0">
                <a:solidFill>
                  <a:srgbClr val="FFFFFF"/>
                </a:solidFill>
                <a:latin typeface="Arial" panose="020B0604020202020204" pitchFamily="34" charset="0"/>
              </a:rPr>
              <a:t>Beneficiu: formularea problemei ca „învățare a similarității” fără etichete manuale</a:t>
            </a:r>
          </a:p>
        </p:txBody>
      </p:sp>
      <p:sp>
        <p:nvSpPr>
          <p:cNvPr id="2" name="Titlu 1">
            <a:extLst>
              <a:ext uri="{FF2B5EF4-FFF2-40B4-BE49-F238E27FC236}">
                <a16:creationId xmlns:a16="http://schemas.microsoft.com/office/drawing/2014/main" id="{0D6A9DB7-6686-238A-4143-827D3C4B2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762000"/>
            <a:ext cx="5334000" cy="1524000"/>
          </a:xfrm>
        </p:spPr>
        <p:txBody>
          <a:bodyPr>
            <a:normAutofit/>
          </a:bodyPr>
          <a:lstStyle/>
          <a:p>
            <a:r>
              <a:rPr lang="ro-RO" sz="3200" dirty="0"/>
              <a:t>Construirea perechilor (</a:t>
            </a:r>
            <a:r>
              <a:rPr lang="ro-RO" sz="3200" dirty="0" err="1"/>
              <a:t>Siamese</a:t>
            </a:r>
            <a:r>
              <a:rPr lang="ro-RO" sz="3200" dirty="0"/>
              <a:t> </a:t>
            </a:r>
            <a:r>
              <a:rPr lang="ro-RO" sz="3200" dirty="0" err="1"/>
              <a:t>Dataset</a:t>
            </a:r>
            <a:r>
              <a:rPr lang="ro-RO" sz="32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6172795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87A0FBA-CC04-4256-A8EB-BB3C543E98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D065C6D-EB42-400B-99C4-D0ACE936F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13174" y="0"/>
            <a:ext cx="5578824" cy="6028256"/>
          </a:xfrm>
          <a:custGeom>
            <a:avLst/>
            <a:gdLst>
              <a:gd name="connsiteX0" fmla="*/ 1681218 w 5578824"/>
              <a:gd name="connsiteY0" fmla="*/ 0 h 6028256"/>
              <a:gd name="connsiteX1" fmla="*/ 5578824 w 5578824"/>
              <a:gd name="connsiteY1" fmla="*/ 0 h 6028256"/>
              <a:gd name="connsiteX2" fmla="*/ 5578824 w 5578824"/>
              <a:gd name="connsiteY2" fmla="*/ 5760161 h 6028256"/>
              <a:gd name="connsiteX3" fmla="*/ 5441231 w 5578824"/>
              <a:gd name="connsiteY3" fmla="*/ 5804042 h 6028256"/>
              <a:gd name="connsiteX4" fmla="*/ 4253224 w 5578824"/>
              <a:gd name="connsiteY4" fmla="*/ 5980388 h 6028256"/>
              <a:gd name="connsiteX5" fmla="*/ 837278 w 5578824"/>
              <a:gd name="connsiteY5" fmla="*/ 4877588 h 6028256"/>
              <a:gd name="connsiteX6" fmla="*/ 109626 w 5578824"/>
              <a:gd name="connsiteY6" fmla="*/ 3329255 h 6028256"/>
              <a:gd name="connsiteX7" fmla="*/ 156962 w 5578824"/>
              <a:gd name="connsiteY7" fmla="*/ 1773839 h 6028256"/>
              <a:gd name="connsiteX8" fmla="*/ 904890 w 5578824"/>
              <a:gd name="connsiteY8" fmla="*/ 738354 h 6028256"/>
              <a:gd name="connsiteX9" fmla="*/ 1304592 w 5578824"/>
              <a:gd name="connsiteY9" fmla="*/ 360545 h 60282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578824" h="6028256">
                <a:moveTo>
                  <a:pt x="1681218" y="0"/>
                </a:moveTo>
                <a:lnTo>
                  <a:pt x="5578824" y="0"/>
                </a:lnTo>
                <a:lnTo>
                  <a:pt x="5578824" y="5760161"/>
                </a:lnTo>
                <a:lnTo>
                  <a:pt x="5441231" y="5804042"/>
                </a:lnTo>
                <a:cubicBezTo>
                  <a:pt x="5079089" y="5907589"/>
                  <a:pt x="4674877" y="5944442"/>
                  <a:pt x="4253224" y="5980388"/>
                </a:cubicBezTo>
                <a:cubicBezTo>
                  <a:pt x="2813852" y="6102970"/>
                  <a:pt x="1551586" y="6071494"/>
                  <a:pt x="837278" y="4877588"/>
                </a:cubicBezTo>
                <a:cubicBezTo>
                  <a:pt x="529862" y="4363935"/>
                  <a:pt x="255162" y="3847185"/>
                  <a:pt x="109626" y="3329255"/>
                </a:cubicBezTo>
                <a:cubicBezTo>
                  <a:pt x="-35907" y="2811325"/>
                  <a:pt x="-52277" y="2292214"/>
                  <a:pt x="156962" y="1773839"/>
                </a:cubicBezTo>
                <a:cubicBezTo>
                  <a:pt x="296494" y="1428108"/>
                  <a:pt x="536161" y="1082881"/>
                  <a:pt x="904890" y="738354"/>
                </a:cubicBezTo>
                <a:cubicBezTo>
                  <a:pt x="1036690" y="615181"/>
                  <a:pt x="1169968" y="488910"/>
                  <a:pt x="1304592" y="360545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3362A0EA-3E81-4464-94B8-70BE5870ED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87883" y="0"/>
            <a:ext cx="5704117" cy="6096000"/>
          </a:xfrm>
          <a:custGeom>
            <a:avLst/>
            <a:gdLst>
              <a:gd name="connsiteX0" fmla="*/ 0 w 5704117"/>
              <a:gd name="connsiteY0" fmla="*/ 0 h 6096000"/>
              <a:gd name="connsiteX1" fmla="*/ 4562795 w 5704117"/>
              <a:gd name="connsiteY1" fmla="*/ 0 h 6096000"/>
              <a:gd name="connsiteX2" fmla="*/ 4721192 w 5704117"/>
              <a:gd name="connsiteY2" fmla="*/ 133595 h 6096000"/>
              <a:gd name="connsiteX3" fmla="*/ 5467522 w 5704117"/>
              <a:gd name="connsiteY3" fmla="*/ 1054328 h 6096000"/>
              <a:gd name="connsiteX4" fmla="*/ 5538873 w 5704117"/>
              <a:gd name="connsiteY4" fmla="*/ 2897564 h 6096000"/>
              <a:gd name="connsiteX5" fmla="*/ 4442050 w 5704117"/>
              <a:gd name="connsiteY5" fmla="*/ 4732407 h 6096000"/>
              <a:gd name="connsiteX6" fmla="*/ 93046 w 5704117"/>
              <a:gd name="connsiteY6" fmla="*/ 6082857 h 6096000"/>
              <a:gd name="connsiteX7" fmla="*/ 0 w 5704117"/>
              <a:gd name="connsiteY7" fmla="*/ 6078450 h 6096000"/>
              <a:gd name="connsiteX0" fmla="*/ 4562795 w 5704117"/>
              <a:gd name="connsiteY0" fmla="*/ 0 h 6096000"/>
              <a:gd name="connsiteX1" fmla="*/ 4721192 w 5704117"/>
              <a:gd name="connsiteY1" fmla="*/ 133595 h 6096000"/>
              <a:gd name="connsiteX2" fmla="*/ 5467522 w 5704117"/>
              <a:gd name="connsiteY2" fmla="*/ 1054328 h 6096000"/>
              <a:gd name="connsiteX3" fmla="*/ 5538873 w 5704117"/>
              <a:gd name="connsiteY3" fmla="*/ 2897564 h 6096000"/>
              <a:gd name="connsiteX4" fmla="*/ 4442050 w 5704117"/>
              <a:gd name="connsiteY4" fmla="*/ 4732407 h 6096000"/>
              <a:gd name="connsiteX5" fmla="*/ 93046 w 5704117"/>
              <a:gd name="connsiteY5" fmla="*/ 6082857 h 6096000"/>
              <a:gd name="connsiteX6" fmla="*/ 0 w 5704117"/>
              <a:gd name="connsiteY6" fmla="*/ 6078450 h 6096000"/>
              <a:gd name="connsiteX7" fmla="*/ 91440 w 5704117"/>
              <a:gd name="connsiteY7" fmla="*/ 91440 h 6096000"/>
              <a:gd name="connsiteX0" fmla="*/ 4562795 w 5704117"/>
              <a:gd name="connsiteY0" fmla="*/ 0 h 6096000"/>
              <a:gd name="connsiteX1" fmla="*/ 4721192 w 5704117"/>
              <a:gd name="connsiteY1" fmla="*/ 133595 h 6096000"/>
              <a:gd name="connsiteX2" fmla="*/ 5467522 w 5704117"/>
              <a:gd name="connsiteY2" fmla="*/ 1054328 h 6096000"/>
              <a:gd name="connsiteX3" fmla="*/ 5538873 w 5704117"/>
              <a:gd name="connsiteY3" fmla="*/ 2897564 h 6096000"/>
              <a:gd name="connsiteX4" fmla="*/ 4442050 w 5704117"/>
              <a:gd name="connsiteY4" fmla="*/ 4732407 h 6096000"/>
              <a:gd name="connsiteX5" fmla="*/ 93046 w 5704117"/>
              <a:gd name="connsiteY5" fmla="*/ 6082857 h 6096000"/>
              <a:gd name="connsiteX6" fmla="*/ 0 w 5704117"/>
              <a:gd name="connsiteY6" fmla="*/ 6078450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04117" h="6096000">
                <a:moveTo>
                  <a:pt x="4562795" y="0"/>
                </a:moveTo>
                <a:lnTo>
                  <a:pt x="4721192" y="133595"/>
                </a:lnTo>
                <a:cubicBezTo>
                  <a:pt x="5067135" y="440105"/>
                  <a:pt x="5309779" y="747048"/>
                  <a:pt x="5467522" y="1054328"/>
                </a:cubicBezTo>
                <a:cubicBezTo>
                  <a:pt x="5782917" y="1668625"/>
                  <a:pt x="5758242" y="2283795"/>
                  <a:pt x="5538873" y="2897564"/>
                </a:cubicBezTo>
                <a:cubicBezTo>
                  <a:pt x="5319500" y="3511334"/>
                  <a:pt x="4905433" y="4123706"/>
                  <a:pt x="4442050" y="4732407"/>
                </a:cubicBezTo>
                <a:cubicBezTo>
                  <a:pt x="3499930" y="5970384"/>
                  <a:pt x="1925433" y="6153690"/>
                  <a:pt x="93046" y="6082857"/>
                </a:cubicBezTo>
                <a:lnTo>
                  <a:pt x="0" y="6078450"/>
                </a:lnTo>
              </a:path>
            </a:pathLst>
          </a:cu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prstClr val="white"/>
              </a:solidFill>
              <a:latin typeface="Avenir Next LT Pro Light"/>
            </a:endParaRP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9087DC6C-D111-2A12-EAD8-1D846E3127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2286000"/>
            <a:ext cx="5334000" cy="3810001"/>
          </a:xfrm>
        </p:spPr>
        <p:txBody>
          <a:bodyPr>
            <a:normAutofit/>
          </a:bodyPr>
          <a:lstStyle/>
          <a:p>
            <a:pPr>
              <a:lnSpc>
                <a:spcPct val="115000"/>
              </a:lnSpc>
            </a:pPr>
            <a:r>
              <a:rPr lang="ro-RO" sz="2000" dirty="0" err="1">
                <a:solidFill>
                  <a:srgbClr val="FFFFFF"/>
                </a:solidFill>
              </a:rPr>
              <a:t>DataLoader</a:t>
            </a:r>
            <a:r>
              <a:rPr lang="ro-RO" sz="2000" dirty="0">
                <a:solidFill>
                  <a:srgbClr val="FFFFFF"/>
                </a:solidFill>
              </a:rPr>
              <a:t> construiește mini-</a:t>
            </a:r>
            <a:r>
              <a:rPr lang="ro-RO" sz="2000" dirty="0" err="1">
                <a:solidFill>
                  <a:srgbClr val="FFFFFF"/>
                </a:solidFill>
              </a:rPr>
              <a:t>batch</a:t>
            </a:r>
            <a:r>
              <a:rPr lang="ro-RO" sz="2000" dirty="0">
                <a:solidFill>
                  <a:srgbClr val="FFFFFF"/>
                </a:solidFill>
              </a:rPr>
              <a:t>-uri: [B, 3, 224, 224] pentru img1 și img2</a:t>
            </a:r>
          </a:p>
          <a:p>
            <a:pPr>
              <a:lnSpc>
                <a:spcPct val="115000"/>
              </a:lnSpc>
            </a:pPr>
            <a:r>
              <a:rPr lang="ro-RO" sz="2000" dirty="0" err="1">
                <a:solidFill>
                  <a:srgbClr val="FFFFFF"/>
                </a:solidFill>
              </a:rPr>
              <a:t>Shuffle</a:t>
            </a:r>
            <a:r>
              <a:rPr lang="ro-RO" sz="2000" dirty="0">
                <a:solidFill>
                  <a:srgbClr val="FFFFFF"/>
                </a:solidFill>
              </a:rPr>
              <a:t> pe </a:t>
            </a:r>
            <a:r>
              <a:rPr lang="ro-RO" sz="2000" dirty="0" err="1">
                <a:solidFill>
                  <a:srgbClr val="FFFFFF"/>
                </a:solidFill>
              </a:rPr>
              <a:t>train</a:t>
            </a:r>
            <a:r>
              <a:rPr lang="ro-RO" sz="2000" dirty="0">
                <a:solidFill>
                  <a:srgbClr val="FFFFFF"/>
                </a:solidFill>
              </a:rPr>
              <a:t> pentru a evita ordine deterministă și corelații nedorite</a:t>
            </a:r>
          </a:p>
          <a:p>
            <a:pPr>
              <a:lnSpc>
                <a:spcPct val="115000"/>
              </a:lnSpc>
            </a:pPr>
            <a:r>
              <a:rPr lang="ro-RO" sz="2000" dirty="0">
                <a:solidFill>
                  <a:srgbClr val="FFFFFF"/>
                </a:solidFill>
              </a:rPr>
              <a:t>Avantaj: antrenare stabilă, paralelizare și utilizare eficientă a GPU</a:t>
            </a:r>
          </a:p>
          <a:p>
            <a:pPr>
              <a:lnSpc>
                <a:spcPct val="115000"/>
              </a:lnSpc>
            </a:pPr>
            <a:r>
              <a:rPr lang="ro-RO" sz="2000" dirty="0">
                <a:solidFill>
                  <a:srgbClr val="FFFFFF"/>
                </a:solidFill>
              </a:rPr>
              <a:t>Obiectiv: optimizarea </a:t>
            </a:r>
            <a:r>
              <a:rPr lang="ro-RO" sz="2000" dirty="0" err="1">
                <a:solidFill>
                  <a:srgbClr val="FFFFFF"/>
                </a:solidFill>
              </a:rPr>
              <a:t>loss</a:t>
            </a:r>
            <a:r>
              <a:rPr lang="ro-RO" sz="2000" dirty="0">
                <a:solidFill>
                  <a:srgbClr val="FFFFFF"/>
                </a:solidFill>
              </a:rPr>
              <a:t>-ului pe </a:t>
            </a:r>
            <a:r>
              <a:rPr lang="ro-RO" sz="2000" dirty="0" err="1">
                <a:solidFill>
                  <a:srgbClr val="FFFFFF"/>
                </a:solidFill>
              </a:rPr>
              <a:t>batch</a:t>
            </a:r>
            <a:r>
              <a:rPr lang="ro-RO" sz="2000" dirty="0">
                <a:solidFill>
                  <a:srgbClr val="FFFFFF"/>
                </a:solidFill>
              </a:rPr>
              <a:t>-uri de perechi pozitive și negative</a:t>
            </a:r>
          </a:p>
          <a:p>
            <a:pPr>
              <a:lnSpc>
                <a:spcPct val="115000"/>
              </a:lnSpc>
            </a:pPr>
            <a:endParaRPr lang="ro-RO" sz="2000" dirty="0"/>
          </a:p>
        </p:txBody>
      </p:sp>
      <p:sp>
        <p:nvSpPr>
          <p:cNvPr id="2" name="Titlu 1">
            <a:extLst>
              <a:ext uri="{FF2B5EF4-FFF2-40B4-BE49-F238E27FC236}">
                <a16:creationId xmlns:a16="http://schemas.microsoft.com/office/drawing/2014/main" id="{2AAB6334-C802-F26F-25AD-13122ACCB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62000"/>
            <a:ext cx="5334000" cy="1524000"/>
          </a:xfrm>
        </p:spPr>
        <p:txBody>
          <a:bodyPr>
            <a:normAutofit/>
          </a:bodyPr>
          <a:lstStyle/>
          <a:p>
            <a:r>
              <a:rPr lang="ro-RO" sz="3200"/>
              <a:t>DataLoader și batch-uri</a:t>
            </a:r>
          </a:p>
        </p:txBody>
      </p:sp>
      <p:pic>
        <p:nvPicPr>
          <p:cNvPr id="5" name="Imagine 4" descr="O imagine care conține text, captură de ecran, Font&#10;&#10;Conținutul generat de inteligența artificială poate fi incorect.">
            <a:extLst>
              <a:ext uri="{FF2B5EF4-FFF2-40B4-BE49-F238E27FC236}">
                <a16:creationId xmlns:a16="http://schemas.microsoft.com/office/drawing/2014/main" id="{8A32FE57-6BAF-203A-118D-FEE235D869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8868" y="1878227"/>
            <a:ext cx="6213132" cy="2733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7121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0">
            <a:extLst>
              <a:ext uri="{FF2B5EF4-FFF2-40B4-BE49-F238E27FC236}">
                <a16:creationId xmlns:a16="http://schemas.microsoft.com/office/drawing/2014/main" id="{987A0FBA-CC04-4256-A8EB-BB3C543E98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2">
            <a:extLst>
              <a:ext uri="{FF2B5EF4-FFF2-40B4-BE49-F238E27FC236}">
                <a16:creationId xmlns:a16="http://schemas.microsoft.com/office/drawing/2014/main" id="{551AE076-7865-49BB-81C0-8C9E7E994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3802" y="832508"/>
            <a:ext cx="4448352" cy="6025492"/>
          </a:xfrm>
          <a:custGeom>
            <a:avLst/>
            <a:gdLst>
              <a:gd name="connsiteX0" fmla="*/ 3173139 w 4448352"/>
              <a:gd name="connsiteY0" fmla="*/ 74 h 6025492"/>
              <a:gd name="connsiteX1" fmla="*/ 3840337 w 4448352"/>
              <a:gd name="connsiteY1" fmla="*/ 136997 h 6025492"/>
              <a:gd name="connsiteX2" fmla="*/ 4400480 w 4448352"/>
              <a:gd name="connsiteY2" fmla="*/ 1061406 h 6025492"/>
              <a:gd name="connsiteX3" fmla="*/ 3812207 w 4448352"/>
              <a:gd name="connsiteY3" fmla="*/ 2268177 h 6025492"/>
              <a:gd name="connsiteX4" fmla="*/ 2566852 w 4448352"/>
              <a:gd name="connsiteY4" fmla="*/ 4362395 h 6025492"/>
              <a:gd name="connsiteX5" fmla="*/ 1381603 w 4448352"/>
              <a:gd name="connsiteY5" fmla="*/ 6002073 h 6025492"/>
              <a:gd name="connsiteX6" fmla="*/ 1358105 w 4448352"/>
              <a:gd name="connsiteY6" fmla="*/ 6025492 h 6025492"/>
              <a:gd name="connsiteX7" fmla="*/ 147593 w 4448352"/>
              <a:gd name="connsiteY7" fmla="*/ 6025492 h 6025492"/>
              <a:gd name="connsiteX8" fmla="*/ 135095 w 4448352"/>
              <a:gd name="connsiteY8" fmla="*/ 5970139 h 6025492"/>
              <a:gd name="connsiteX9" fmla="*/ 989 w 4448352"/>
              <a:gd name="connsiteY9" fmla="*/ 3558990 h 6025492"/>
              <a:gd name="connsiteX10" fmla="*/ 134613 w 4448352"/>
              <a:gd name="connsiteY10" fmla="*/ 2769335 h 6025492"/>
              <a:gd name="connsiteX11" fmla="*/ 812398 w 4448352"/>
              <a:gd name="connsiteY11" fmla="*/ 1669996 h 6025492"/>
              <a:gd name="connsiteX12" fmla="*/ 1830565 w 4448352"/>
              <a:gd name="connsiteY12" fmla="*/ 638164 h 6025492"/>
              <a:gd name="connsiteX13" fmla="*/ 3173139 w 4448352"/>
              <a:gd name="connsiteY13" fmla="*/ 74 h 60254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448352" h="6025492">
                <a:moveTo>
                  <a:pt x="3173139" y="74"/>
                </a:moveTo>
                <a:cubicBezTo>
                  <a:pt x="3404376" y="2427"/>
                  <a:pt x="3621703" y="61078"/>
                  <a:pt x="3840337" y="136997"/>
                </a:cubicBezTo>
                <a:cubicBezTo>
                  <a:pt x="4230681" y="272614"/>
                  <a:pt x="4578505" y="404218"/>
                  <a:pt x="4400480" y="1061406"/>
                </a:cubicBezTo>
                <a:cubicBezTo>
                  <a:pt x="4294008" y="1454598"/>
                  <a:pt x="4050153" y="1868133"/>
                  <a:pt x="3812207" y="2268177"/>
                </a:cubicBezTo>
                <a:cubicBezTo>
                  <a:pt x="3397090" y="2966250"/>
                  <a:pt x="2981970" y="3664324"/>
                  <a:pt x="2566852" y="4362395"/>
                </a:cubicBezTo>
                <a:cubicBezTo>
                  <a:pt x="2261941" y="4875091"/>
                  <a:pt x="1813643" y="5542665"/>
                  <a:pt x="1381603" y="6002073"/>
                </a:cubicBezTo>
                <a:lnTo>
                  <a:pt x="1358105" y="6025492"/>
                </a:lnTo>
                <a:lnTo>
                  <a:pt x="147593" y="6025492"/>
                </a:lnTo>
                <a:lnTo>
                  <a:pt x="135095" y="5970139"/>
                </a:lnTo>
                <a:cubicBezTo>
                  <a:pt x="3334" y="5264474"/>
                  <a:pt x="25734" y="4338079"/>
                  <a:pt x="989" y="3558990"/>
                </a:cubicBezTo>
                <a:cubicBezTo>
                  <a:pt x="-7696" y="3286585"/>
                  <a:pt x="41149" y="3024098"/>
                  <a:pt x="134613" y="2769335"/>
                </a:cubicBezTo>
                <a:cubicBezTo>
                  <a:pt x="274734" y="2387350"/>
                  <a:pt x="515201" y="2023048"/>
                  <a:pt x="812398" y="1669996"/>
                </a:cubicBezTo>
                <a:cubicBezTo>
                  <a:pt x="1109596" y="1316945"/>
                  <a:pt x="1463524" y="975145"/>
                  <a:pt x="1830565" y="638164"/>
                </a:cubicBezTo>
                <a:cubicBezTo>
                  <a:pt x="2363706" y="148617"/>
                  <a:pt x="2787743" y="-3847"/>
                  <a:pt x="3173139" y="7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Freeform: Shape 14">
            <a:extLst>
              <a:ext uri="{FF2B5EF4-FFF2-40B4-BE49-F238E27FC236}">
                <a16:creationId xmlns:a16="http://schemas.microsoft.com/office/drawing/2014/main" id="{424ECFA8-BE37-446C-B1BD-88D2981B6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8197" y="533400"/>
            <a:ext cx="5085498" cy="6329048"/>
          </a:xfrm>
          <a:custGeom>
            <a:avLst/>
            <a:gdLst>
              <a:gd name="connsiteX0" fmla="*/ 3173139 w 4448352"/>
              <a:gd name="connsiteY0" fmla="*/ 74 h 6025492"/>
              <a:gd name="connsiteX1" fmla="*/ 3840337 w 4448352"/>
              <a:gd name="connsiteY1" fmla="*/ 136997 h 6025492"/>
              <a:gd name="connsiteX2" fmla="*/ 4400480 w 4448352"/>
              <a:gd name="connsiteY2" fmla="*/ 1061406 h 6025492"/>
              <a:gd name="connsiteX3" fmla="*/ 3812207 w 4448352"/>
              <a:gd name="connsiteY3" fmla="*/ 2268177 h 6025492"/>
              <a:gd name="connsiteX4" fmla="*/ 2566852 w 4448352"/>
              <a:gd name="connsiteY4" fmla="*/ 4362395 h 6025492"/>
              <a:gd name="connsiteX5" fmla="*/ 1381603 w 4448352"/>
              <a:gd name="connsiteY5" fmla="*/ 6002073 h 6025492"/>
              <a:gd name="connsiteX6" fmla="*/ 1358105 w 4448352"/>
              <a:gd name="connsiteY6" fmla="*/ 6025492 h 6025492"/>
              <a:gd name="connsiteX7" fmla="*/ 147593 w 4448352"/>
              <a:gd name="connsiteY7" fmla="*/ 6025492 h 6025492"/>
              <a:gd name="connsiteX8" fmla="*/ 135095 w 4448352"/>
              <a:gd name="connsiteY8" fmla="*/ 5970139 h 6025492"/>
              <a:gd name="connsiteX9" fmla="*/ 989 w 4448352"/>
              <a:gd name="connsiteY9" fmla="*/ 3558990 h 6025492"/>
              <a:gd name="connsiteX10" fmla="*/ 134613 w 4448352"/>
              <a:gd name="connsiteY10" fmla="*/ 2769335 h 6025492"/>
              <a:gd name="connsiteX11" fmla="*/ 812398 w 4448352"/>
              <a:gd name="connsiteY11" fmla="*/ 1669996 h 6025492"/>
              <a:gd name="connsiteX12" fmla="*/ 1830565 w 4448352"/>
              <a:gd name="connsiteY12" fmla="*/ 638164 h 6025492"/>
              <a:gd name="connsiteX13" fmla="*/ 3173139 w 4448352"/>
              <a:gd name="connsiteY13" fmla="*/ 74 h 6025492"/>
              <a:gd name="connsiteX0" fmla="*/ 147593 w 4448352"/>
              <a:gd name="connsiteY0" fmla="*/ 6025492 h 6112608"/>
              <a:gd name="connsiteX1" fmla="*/ 135095 w 4448352"/>
              <a:gd name="connsiteY1" fmla="*/ 5970139 h 6112608"/>
              <a:gd name="connsiteX2" fmla="*/ 989 w 4448352"/>
              <a:gd name="connsiteY2" fmla="*/ 3558990 h 6112608"/>
              <a:gd name="connsiteX3" fmla="*/ 134613 w 4448352"/>
              <a:gd name="connsiteY3" fmla="*/ 2769335 h 6112608"/>
              <a:gd name="connsiteX4" fmla="*/ 812398 w 4448352"/>
              <a:gd name="connsiteY4" fmla="*/ 1669996 h 6112608"/>
              <a:gd name="connsiteX5" fmla="*/ 1830565 w 4448352"/>
              <a:gd name="connsiteY5" fmla="*/ 638164 h 6112608"/>
              <a:gd name="connsiteX6" fmla="*/ 3173139 w 4448352"/>
              <a:gd name="connsiteY6" fmla="*/ 74 h 6112608"/>
              <a:gd name="connsiteX7" fmla="*/ 3840337 w 4448352"/>
              <a:gd name="connsiteY7" fmla="*/ 136997 h 6112608"/>
              <a:gd name="connsiteX8" fmla="*/ 4400480 w 4448352"/>
              <a:gd name="connsiteY8" fmla="*/ 1061406 h 6112608"/>
              <a:gd name="connsiteX9" fmla="*/ 3812207 w 4448352"/>
              <a:gd name="connsiteY9" fmla="*/ 2268177 h 6112608"/>
              <a:gd name="connsiteX10" fmla="*/ 2566852 w 4448352"/>
              <a:gd name="connsiteY10" fmla="*/ 4362395 h 6112608"/>
              <a:gd name="connsiteX11" fmla="*/ 1381603 w 4448352"/>
              <a:gd name="connsiteY11" fmla="*/ 6002073 h 6112608"/>
              <a:gd name="connsiteX12" fmla="*/ 1457187 w 4448352"/>
              <a:gd name="connsiteY12" fmla="*/ 6112608 h 6112608"/>
              <a:gd name="connsiteX0" fmla="*/ 147593 w 4448352"/>
              <a:gd name="connsiteY0" fmla="*/ 6025492 h 6025492"/>
              <a:gd name="connsiteX1" fmla="*/ 135095 w 4448352"/>
              <a:gd name="connsiteY1" fmla="*/ 5970139 h 6025492"/>
              <a:gd name="connsiteX2" fmla="*/ 989 w 4448352"/>
              <a:gd name="connsiteY2" fmla="*/ 3558990 h 6025492"/>
              <a:gd name="connsiteX3" fmla="*/ 134613 w 4448352"/>
              <a:gd name="connsiteY3" fmla="*/ 2769335 h 6025492"/>
              <a:gd name="connsiteX4" fmla="*/ 812398 w 4448352"/>
              <a:gd name="connsiteY4" fmla="*/ 1669996 h 6025492"/>
              <a:gd name="connsiteX5" fmla="*/ 1830565 w 4448352"/>
              <a:gd name="connsiteY5" fmla="*/ 638164 h 6025492"/>
              <a:gd name="connsiteX6" fmla="*/ 3173139 w 4448352"/>
              <a:gd name="connsiteY6" fmla="*/ 74 h 6025492"/>
              <a:gd name="connsiteX7" fmla="*/ 3840337 w 4448352"/>
              <a:gd name="connsiteY7" fmla="*/ 136997 h 6025492"/>
              <a:gd name="connsiteX8" fmla="*/ 4400480 w 4448352"/>
              <a:gd name="connsiteY8" fmla="*/ 1061406 h 6025492"/>
              <a:gd name="connsiteX9" fmla="*/ 3812207 w 4448352"/>
              <a:gd name="connsiteY9" fmla="*/ 2268177 h 6025492"/>
              <a:gd name="connsiteX10" fmla="*/ 2566852 w 4448352"/>
              <a:gd name="connsiteY10" fmla="*/ 4362395 h 6025492"/>
              <a:gd name="connsiteX11" fmla="*/ 1381603 w 4448352"/>
              <a:gd name="connsiteY11" fmla="*/ 6002073 h 6025492"/>
              <a:gd name="connsiteX0" fmla="*/ 147593 w 4448352"/>
              <a:gd name="connsiteY0" fmla="*/ 6025492 h 6029730"/>
              <a:gd name="connsiteX1" fmla="*/ 135095 w 4448352"/>
              <a:gd name="connsiteY1" fmla="*/ 5970139 h 6029730"/>
              <a:gd name="connsiteX2" fmla="*/ 989 w 4448352"/>
              <a:gd name="connsiteY2" fmla="*/ 3558990 h 6029730"/>
              <a:gd name="connsiteX3" fmla="*/ 134613 w 4448352"/>
              <a:gd name="connsiteY3" fmla="*/ 2769335 h 6029730"/>
              <a:gd name="connsiteX4" fmla="*/ 812398 w 4448352"/>
              <a:gd name="connsiteY4" fmla="*/ 1669996 h 6029730"/>
              <a:gd name="connsiteX5" fmla="*/ 1830565 w 4448352"/>
              <a:gd name="connsiteY5" fmla="*/ 638164 h 6029730"/>
              <a:gd name="connsiteX6" fmla="*/ 3173139 w 4448352"/>
              <a:gd name="connsiteY6" fmla="*/ 74 h 6029730"/>
              <a:gd name="connsiteX7" fmla="*/ 3840337 w 4448352"/>
              <a:gd name="connsiteY7" fmla="*/ 136997 h 6029730"/>
              <a:gd name="connsiteX8" fmla="*/ 4400480 w 4448352"/>
              <a:gd name="connsiteY8" fmla="*/ 1061406 h 6029730"/>
              <a:gd name="connsiteX9" fmla="*/ 3812207 w 4448352"/>
              <a:gd name="connsiteY9" fmla="*/ 2268177 h 6029730"/>
              <a:gd name="connsiteX10" fmla="*/ 2566852 w 4448352"/>
              <a:gd name="connsiteY10" fmla="*/ 4362395 h 6029730"/>
              <a:gd name="connsiteX11" fmla="*/ 1397330 w 4448352"/>
              <a:gd name="connsiteY11" fmla="*/ 6029730 h 60297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448352" h="6029730">
                <a:moveTo>
                  <a:pt x="147593" y="6025492"/>
                </a:moveTo>
                <a:lnTo>
                  <a:pt x="135095" y="5970139"/>
                </a:lnTo>
                <a:cubicBezTo>
                  <a:pt x="3334" y="5264474"/>
                  <a:pt x="25734" y="4338079"/>
                  <a:pt x="989" y="3558990"/>
                </a:cubicBezTo>
                <a:cubicBezTo>
                  <a:pt x="-7696" y="3286585"/>
                  <a:pt x="41149" y="3024098"/>
                  <a:pt x="134613" y="2769335"/>
                </a:cubicBezTo>
                <a:cubicBezTo>
                  <a:pt x="274734" y="2387350"/>
                  <a:pt x="515201" y="2023048"/>
                  <a:pt x="812398" y="1669996"/>
                </a:cubicBezTo>
                <a:cubicBezTo>
                  <a:pt x="1109596" y="1316945"/>
                  <a:pt x="1463524" y="975145"/>
                  <a:pt x="1830565" y="638164"/>
                </a:cubicBezTo>
                <a:cubicBezTo>
                  <a:pt x="2363706" y="148617"/>
                  <a:pt x="2787743" y="-3847"/>
                  <a:pt x="3173139" y="74"/>
                </a:cubicBezTo>
                <a:cubicBezTo>
                  <a:pt x="3404376" y="2427"/>
                  <a:pt x="3621702" y="61078"/>
                  <a:pt x="3840337" y="136997"/>
                </a:cubicBezTo>
                <a:cubicBezTo>
                  <a:pt x="4230681" y="272614"/>
                  <a:pt x="4578505" y="404218"/>
                  <a:pt x="4400480" y="1061406"/>
                </a:cubicBezTo>
                <a:cubicBezTo>
                  <a:pt x="4294008" y="1454598"/>
                  <a:pt x="4050152" y="1868133"/>
                  <a:pt x="3812207" y="2268177"/>
                </a:cubicBezTo>
                <a:cubicBezTo>
                  <a:pt x="3397089" y="2966250"/>
                  <a:pt x="2969331" y="3735470"/>
                  <a:pt x="2566852" y="4362395"/>
                </a:cubicBezTo>
                <a:cubicBezTo>
                  <a:pt x="2164373" y="4989320"/>
                  <a:pt x="1829370" y="5570322"/>
                  <a:pt x="1397330" y="6029730"/>
                </a:cubicBezTo>
              </a:path>
            </a:pathLst>
          </a:cu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prstClr val="white"/>
              </a:solidFill>
              <a:latin typeface="Avenir Next LT Pro Light"/>
            </a:endParaRPr>
          </a:p>
        </p:txBody>
      </p:sp>
      <p:pic>
        <p:nvPicPr>
          <p:cNvPr id="6" name="Imagine 5" descr="O imagine care conține text, captură de ecran, Font&#10;&#10;Conținutul generat de inteligența artificială poate fi incorect.">
            <a:extLst>
              <a:ext uri="{FF2B5EF4-FFF2-40B4-BE49-F238E27FC236}">
                <a16:creationId xmlns:a16="http://schemas.microsoft.com/office/drawing/2014/main" id="{BFA54883-59B6-0865-E438-F6512F483E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012" y="1655806"/>
            <a:ext cx="5196073" cy="3390438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AD016C64-B755-7A8E-EE68-D06A60CF3EA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96001" y="3048000"/>
            <a:ext cx="5334000" cy="304800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17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Backbone</a:t>
            </a:r>
            <a:r>
              <a:rPr kumimoji="0" lang="ro-RO" altLang="ro-RO" sz="17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: ResNet18 pre-antrenat, utilizat ca extractor general de trăsături vizuale</a:t>
            </a:r>
          </a:p>
          <a:p>
            <a:pPr marL="0" marR="0" lvl="0" indent="0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17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Adaptare: înlocuirea stratului final de clasificare cu un strat care produce un </a:t>
            </a:r>
            <a:r>
              <a:rPr kumimoji="0" lang="ro-RO" altLang="ro-RO" sz="17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embedding</a:t>
            </a:r>
            <a:r>
              <a:rPr kumimoji="0" lang="ro-RO" altLang="ro-RO" sz="17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(ex. 128D)</a:t>
            </a:r>
          </a:p>
          <a:p>
            <a:pPr marL="0" marR="0" lvl="0" indent="0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17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Normalizare L2 a </a:t>
            </a:r>
            <a:r>
              <a:rPr kumimoji="0" lang="ro-RO" altLang="ro-RO" sz="17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embedding</a:t>
            </a:r>
            <a:r>
              <a:rPr kumimoji="0" lang="ro-RO" altLang="ro-RO" sz="17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-ului pentru comparații consistente între imagini</a:t>
            </a:r>
          </a:p>
          <a:p>
            <a:pPr marL="0" marR="0" lvl="0" indent="0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17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Output: vector numeric ce rezumă informația vizuală relevantă</a:t>
            </a:r>
          </a:p>
        </p:txBody>
      </p:sp>
      <p:sp>
        <p:nvSpPr>
          <p:cNvPr id="2" name="Titlu 1">
            <a:extLst>
              <a:ext uri="{FF2B5EF4-FFF2-40B4-BE49-F238E27FC236}">
                <a16:creationId xmlns:a16="http://schemas.microsoft.com/office/drawing/2014/main" id="{235638F0-AF0F-F7AC-2A9C-245DEEEED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1523990"/>
            <a:ext cx="5334000" cy="1524010"/>
          </a:xfrm>
        </p:spPr>
        <p:txBody>
          <a:bodyPr anchor="t">
            <a:normAutofit/>
          </a:bodyPr>
          <a:lstStyle/>
          <a:p>
            <a:r>
              <a:rPr lang="ro-RO" sz="3200"/>
              <a:t>Arhitectura modelului: Embedding Network</a:t>
            </a:r>
          </a:p>
        </p:txBody>
      </p:sp>
    </p:spTree>
    <p:extLst>
      <p:ext uri="{BB962C8B-B14F-4D97-AF65-F5344CB8AC3E}">
        <p14:creationId xmlns:p14="http://schemas.microsoft.com/office/powerpoint/2010/main" val="21480844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87A0FBA-CC04-4256-A8EB-BB3C543E98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3D065C6D-EB42-400B-99C4-D0ACE936F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13174" y="0"/>
            <a:ext cx="5578824" cy="6028256"/>
          </a:xfrm>
          <a:custGeom>
            <a:avLst/>
            <a:gdLst>
              <a:gd name="connsiteX0" fmla="*/ 1681218 w 5578824"/>
              <a:gd name="connsiteY0" fmla="*/ 0 h 6028256"/>
              <a:gd name="connsiteX1" fmla="*/ 5578824 w 5578824"/>
              <a:gd name="connsiteY1" fmla="*/ 0 h 6028256"/>
              <a:gd name="connsiteX2" fmla="*/ 5578824 w 5578824"/>
              <a:gd name="connsiteY2" fmla="*/ 5760161 h 6028256"/>
              <a:gd name="connsiteX3" fmla="*/ 5441231 w 5578824"/>
              <a:gd name="connsiteY3" fmla="*/ 5804042 h 6028256"/>
              <a:gd name="connsiteX4" fmla="*/ 4253224 w 5578824"/>
              <a:gd name="connsiteY4" fmla="*/ 5980388 h 6028256"/>
              <a:gd name="connsiteX5" fmla="*/ 837278 w 5578824"/>
              <a:gd name="connsiteY5" fmla="*/ 4877588 h 6028256"/>
              <a:gd name="connsiteX6" fmla="*/ 109626 w 5578824"/>
              <a:gd name="connsiteY6" fmla="*/ 3329255 h 6028256"/>
              <a:gd name="connsiteX7" fmla="*/ 156962 w 5578824"/>
              <a:gd name="connsiteY7" fmla="*/ 1773839 h 6028256"/>
              <a:gd name="connsiteX8" fmla="*/ 904890 w 5578824"/>
              <a:gd name="connsiteY8" fmla="*/ 738354 h 6028256"/>
              <a:gd name="connsiteX9" fmla="*/ 1304592 w 5578824"/>
              <a:gd name="connsiteY9" fmla="*/ 360545 h 60282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578824" h="6028256">
                <a:moveTo>
                  <a:pt x="1681218" y="0"/>
                </a:moveTo>
                <a:lnTo>
                  <a:pt x="5578824" y="0"/>
                </a:lnTo>
                <a:lnTo>
                  <a:pt x="5578824" y="5760161"/>
                </a:lnTo>
                <a:lnTo>
                  <a:pt x="5441231" y="5804042"/>
                </a:lnTo>
                <a:cubicBezTo>
                  <a:pt x="5079089" y="5907589"/>
                  <a:pt x="4674877" y="5944442"/>
                  <a:pt x="4253224" y="5980388"/>
                </a:cubicBezTo>
                <a:cubicBezTo>
                  <a:pt x="2813852" y="6102970"/>
                  <a:pt x="1551586" y="6071494"/>
                  <a:pt x="837278" y="4877588"/>
                </a:cubicBezTo>
                <a:cubicBezTo>
                  <a:pt x="529862" y="4363935"/>
                  <a:pt x="255162" y="3847185"/>
                  <a:pt x="109626" y="3329255"/>
                </a:cubicBezTo>
                <a:cubicBezTo>
                  <a:pt x="-35907" y="2811325"/>
                  <a:pt x="-52277" y="2292214"/>
                  <a:pt x="156962" y="1773839"/>
                </a:cubicBezTo>
                <a:cubicBezTo>
                  <a:pt x="296494" y="1428108"/>
                  <a:pt x="536161" y="1082881"/>
                  <a:pt x="904890" y="738354"/>
                </a:cubicBezTo>
                <a:cubicBezTo>
                  <a:pt x="1036690" y="615181"/>
                  <a:pt x="1169968" y="488910"/>
                  <a:pt x="1304592" y="360545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3362A0EA-3E81-4464-94B8-70BE5870ED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87883" y="0"/>
            <a:ext cx="5704117" cy="6096000"/>
          </a:xfrm>
          <a:custGeom>
            <a:avLst/>
            <a:gdLst>
              <a:gd name="connsiteX0" fmla="*/ 0 w 5704117"/>
              <a:gd name="connsiteY0" fmla="*/ 0 h 6096000"/>
              <a:gd name="connsiteX1" fmla="*/ 4562795 w 5704117"/>
              <a:gd name="connsiteY1" fmla="*/ 0 h 6096000"/>
              <a:gd name="connsiteX2" fmla="*/ 4721192 w 5704117"/>
              <a:gd name="connsiteY2" fmla="*/ 133595 h 6096000"/>
              <a:gd name="connsiteX3" fmla="*/ 5467522 w 5704117"/>
              <a:gd name="connsiteY3" fmla="*/ 1054328 h 6096000"/>
              <a:gd name="connsiteX4" fmla="*/ 5538873 w 5704117"/>
              <a:gd name="connsiteY4" fmla="*/ 2897564 h 6096000"/>
              <a:gd name="connsiteX5" fmla="*/ 4442050 w 5704117"/>
              <a:gd name="connsiteY5" fmla="*/ 4732407 h 6096000"/>
              <a:gd name="connsiteX6" fmla="*/ 93046 w 5704117"/>
              <a:gd name="connsiteY6" fmla="*/ 6082857 h 6096000"/>
              <a:gd name="connsiteX7" fmla="*/ 0 w 5704117"/>
              <a:gd name="connsiteY7" fmla="*/ 6078450 h 6096000"/>
              <a:gd name="connsiteX0" fmla="*/ 4562795 w 5704117"/>
              <a:gd name="connsiteY0" fmla="*/ 0 h 6096000"/>
              <a:gd name="connsiteX1" fmla="*/ 4721192 w 5704117"/>
              <a:gd name="connsiteY1" fmla="*/ 133595 h 6096000"/>
              <a:gd name="connsiteX2" fmla="*/ 5467522 w 5704117"/>
              <a:gd name="connsiteY2" fmla="*/ 1054328 h 6096000"/>
              <a:gd name="connsiteX3" fmla="*/ 5538873 w 5704117"/>
              <a:gd name="connsiteY3" fmla="*/ 2897564 h 6096000"/>
              <a:gd name="connsiteX4" fmla="*/ 4442050 w 5704117"/>
              <a:gd name="connsiteY4" fmla="*/ 4732407 h 6096000"/>
              <a:gd name="connsiteX5" fmla="*/ 93046 w 5704117"/>
              <a:gd name="connsiteY5" fmla="*/ 6082857 h 6096000"/>
              <a:gd name="connsiteX6" fmla="*/ 0 w 5704117"/>
              <a:gd name="connsiteY6" fmla="*/ 6078450 h 6096000"/>
              <a:gd name="connsiteX7" fmla="*/ 91440 w 5704117"/>
              <a:gd name="connsiteY7" fmla="*/ 91440 h 6096000"/>
              <a:gd name="connsiteX0" fmla="*/ 4562795 w 5704117"/>
              <a:gd name="connsiteY0" fmla="*/ 0 h 6096000"/>
              <a:gd name="connsiteX1" fmla="*/ 4721192 w 5704117"/>
              <a:gd name="connsiteY1" fmla="*/ 133595 h 6096000"/>
              <a:gd name="connsiteX2" fmla="*/ 5467522 w 5704117"/>
              <a:gd name="connsiteY2" fmla="*/ 1054328 h 6096000"/>
              <a:gd name="connsiteX3" fmla="*/ 5538873 w 5704117"/>
              <a:gd name="connsiteY3" fmla="*/ 2897564 h 6096000"/>
              <a:gd name="connsiteX4" fmla="*/ 4442050 w 5704117"/>
              <a:gd name="connsiteY4" fmla="*/ 4732407 h 6096000"/>
              <a:gd name="connsiteX5" fmla="*/ 93046 w 5704117"/>
              <a:gd name="connsiteY5" fmla="*/ 6082857 h 6096000"/>
              <a:gd name="connsiteX6" fmla="*/ 0 w 5704117"/>
              <a:gd name="connsiteY6" fmla="*/ 6078450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04117" h="6096000">
                <a:moveTo>
                  <a:pt x="4562795" y="0"/>
                </a:moveTo>
                <a:lnTo>
                  <a:pt x="4721192" y="133595"/>
                </a:lnTo>
                <a:cubicBezTo>
                  <a:pt x="5067135" y="440105"/>
                  <a:pt x="5309779" y="747048"/>
                  <a:pt x="5467522" y="1054328"/>
                </a:cubicBezTo>
                <a:cubicBezTo>
                  <a:pt x="5782917" y="1668625"/>
                  <a:pt x="5758242" y="2283795"/>
                  <a:pt x="5538873" y="2897564"/>
                </a:cubicBezTo>
                <a:cubicBezTo>
                  <a:pt x="5319500" y="3511334"/>
                  <a:pt x="4905433" y="4123706"/>
                  <a:pt x="4442050" y="4732407"/>
                </a:cubicBezTo>
                <a:cubicBezTo>
                  <a:pt x="3499930" y="5970384"/>
                  <a:pt x="1925433" y="6153690"/>
                  <a:pt x="93046" y="6082857"/>
                </a:cubicBezTo>
                <a:lnTo>
                  <a:pt x="0" y="6078450"/>
                </a:lnTo>
              </a:path>
            </a:pathLst>
          </a:cu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prstClr val="white"/>
              </a:solidFill>
              <a:latin typeface="Avenir Next LT Pro Light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30D5990-EF55-D4DD-4209-70BB22D3651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62000" y="2286000"/>
            <a:ext cx="5334000" cy="381000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Două intrări (img1, img2) trec prin </a:t>
            </a:r>
            <a:r>
              <a:rPr kumimoji="0" lang="ro-RO" altLang="ro-RO" sz="2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aceeași</a:t>
            </a:r>
            <a:r>
              <a:rPr kumimoji="0" lang="ro-RO" altLang="ro-RO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rețea de embedding (greutăți partajate)</a:t>
            </a:r>
          </a:p>
          <a:p>
            <a:pPr marL="0" marR="0" lvl="0" indent="0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Output: două embeddings (z1, z2) în același spațiu latent</a:t>
            </a:r>
          </a:p>
          <a:p>
            <a:pPr marL="0" marR="0" lvl="0" indent="0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Motiv: comparabilitate directă între reprezentări și antrenare orientată spre similaritate</a:t>
            </a:r>
          </a:p>
          <a:p>
            <a:pPr marL="0" marR="0" lvl="0" indent="0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Interpretare: distanța dintre z1 și z2 devine scorul de similaritate</a:t>
            </a:r>
          </a:p>
        </p:txBody>
      </p:sp>
      <p:sp>
        <p:nvSpPr>
          <p:cNvPr id="2" name="Titlu 1">
            <a:extLst>
              <a:ext uri="{FF2B5EF4-FFF2-40B4-BE49-F238E27FC236}">
                <a16:creationId xmlns:a16="http://schemas.microsoft.com/office/drawing/2014/main" id="{EAB97307-F9F0-945A-C526-50900DA46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62000"/>
            <a:ext cx="5334000" cy="1524000"/>
          </a:xfrm>
        </p:spPr>
        <p:txBody>
          <a:bodyPr>
            <a:normAutofit/>
          </a:bodyPr>
          <a:lstStyle/>
          <a:p>
            <a:r>
              <a:rPr lang="ro-RO" sz="3200"/>
              <a:t>Arhitectura siameză: principiul de funcționare</a:t>
            </a:r>
          </a:p>
        </p:txBody>
      </p:sp>
      <p:pic>
        <p:nvPicPr>
          <p:cNvPr id="6" name="Imagine 5" descr="O imagine care conține text, captură de ecran, Font&#10;&#10;Conținutul generat de inteligența artificială poate fi incorect.">
            <a:extLst>
              <a:ext uri="{FF2B5EF4-FFF2-40B4-BE49-F238E27FC236}">
                <a16:creationId xmlns:a16="http://schemas.microsoft.com/office/drawing/2014/main" id="{155B658A-A492-4151-572B-06B34CD7A3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571625"/>
            <a:ext cx="5334000" cy="373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8981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87A0FBA-CC04-4256-A8EB-BB3C543E98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B415D11-6899-4C75-BEAD-79C4656DC0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8" y="762007"/>
            <a:ext cx="5948806" cy="6095979"/>
          </a:xfrm>
          <a:custGeom>
            <a:avLst/>
            <a:gdLst>
              <a:gd name="connsiteX0" fmla="*/ 1573832 w 5948806"/>
              <a:gd name="connsiteY0" fmla="*/ 765 h 6095979"/>
              <a:gd name="connsiteX1" fmla="*/ 2734663 w 5948806"/>
              <a:gd name="connsiteY1" fmla="*/ 238687 h 6095979"/>
              <a:gd name="connsiteX2" fmla="*/ 5668316 w 5948806"/>
              <a:gd name="connsiteY2" fmla="*/ 3639516 h 6095979"/>
              <a:gd name="connsiteX3" fmla="*/ 5937022 w 5948806"/>
              <a:gd name="connsiteY3" fmla="*/ 5865869 h 6095979"/>
              <a:gd name="connsiteX4" fmla="*/ 5948806 w 5948806"/>
              <a:gd name="connsiteY4" fmla="*/ 6095979 h 6095979"/>
              <a:gd name="connsiteX5" fmla="*/ 0 w 5948806"/>
              <a:gd name="connsiteY5" fmla="*/ 6095979 h 6095979"/>
              <a:gd name="connsiteX6" fmla="*/ 0 w 5948806"/>
              <a:gd name="connsiteY6" fmla="*/ 1621672 h 6095979"/>
              <a:gd name="connsiteX7" fmla="*/ 36310 w 5948806"/>
              <a:gd name="connsiteY7" fmla="*/ 1518814 h 6095979"/>
              <a:gd name="connsiteX8" fmla="*/ 287891 w 5948806"/>
              <a:gd name="connsiteY8" fmla="*/ 956872 h 6095979"/>
              <a:gd name="connsiteX9" fmla="*/ 1573832 w 5948806"/>
              <a:gd name="connsiteY9" fmla="*/ 765 h 6095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948806" h="6095979">
                <a:moveTo>
                  <a:pt x="1573832" y="765"/>
                </a:moveTo>
                <a:cubicBezTo>
                  <a:pt x="1940190" y="-10734"/>
                  <a:pt x="2329345" y="109280"/>
                  <a:pt x="2734663" y="238687"/>
                </a:cubicBezTo>
                <a:cubicBezTo>
                  <a:pt x="4118244" y="680647"/>
                  <a:pt x="5296697" y="1302752"/>
                  <a:pt x="5668316" y="3639516"/>
                </a:cubicBezTo>
                <a:cubicBezTo>
                  <a:pt x="5788299" y="4393559"/>
                  <a:pt x="5890546" y="5142244"/>
                  <a:pt x="5937022" y="5865869"/>
                </a:cubicBezTo>
                <a:lnTo>
                  <a:pt x="5948806" y="6095979"/>
                </a:lnTo>
                <a:lnTo>
                  <a:pt x="0" y="6095979"/>
                </a:lnTo>
                <a:lnTo>
                  <a:pt x="0" y="1621672"/>
                </a:lnTo>
                <a:lnTo>
                  <a:pt x="36310" y="1518814"/>
                </a:lnTo>
                <a:cubicBezTo>
                  <a:pt x="109805" y="1321982"/>
                  <a:pt x="192755" y="1133640"/>
                  <a:pt x="287891" y="956872"/>
                </a:cubicBezTo>
                <a:cubicBezTo>
                  <a:pt x="669453" y="247734"/>
                  <a:pt x="1102800" y="15549"/>
                  <a:pt x="1573832" y="765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A3BFB3E6-2D9E-4A5C-826F-44A91F5977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23838" y="538152"/>
            <a:ext cx="6095989" cy="6543686"/>
          </a:xfrm>
          <a:custGeom>
            <a:avLst/>
            <a:gdLst>
              <a:gd name="connsiteX0" fmla="*/ 0 w 4033589"/>
              <a:gd name="connsiteY0" fmla="*/ 0 h 6858000"/>
              <a:gd name="connsiteX1" fmla="*/ 1878934 w 4033589"/>
              <a:gd name="connsiteY1" fmla="*/ 0 h 6858000"/>
              <a:gd name="connsiteX2" fmla="*/ 1882313 w 4033589"/>
              <a:gd name="connsiteY2" fmla="*/ 2021 h 6858000"/>
              <a:gd name="connsiteX3" fmla="*/ 3475371 w 4033589"/>
              <a:gd name="connsiteY3" fmla="*/ 1517967 h 6858000"/>
              <a:gd name="connsiteX4" fmla="*/ 3975977 w 4033589"/>
              <a:gd name="connsiteY4" fmla="*/ 4379386 h 6858000"/>
              <a:gd name="connsiteX5" fmla="*/ 3312864 w 4033589"/>
              <a:gd name="connsiteY5" fmla="*/ 6852362 h 6858000"/>
              <a:gd name="connsiteX6" fmla="*/ 3310593 w 4033589"/>
              <a:gd name="connsiteY6" fmla="*/ 6858000 h 6858000"/>
              <a:gd name="connsiteX7" fmla="*/ 0 w 4033589"/>
              <a:gd name="connsiteY7" fmla="*/ 6858000 h 6858000"/>
              <a:gd name="connsiteX8" fmla="*/ 0 w 4033589"/>
              <a:gd name="connsiteY8" fmla="*/ 0 h 6858000"/>
              <a:gd name="connsiteX0" fmla="*/ 0 w 4033589"/>
              <a:gd name="connsiteY0" fmla="*/ 6858000 h 6858000"/>
              <a:gd name="connsiteX1" fmla="*/ 1878934 w 4033589"/>
              <a:gd name="connsiteY1" fmla="*/ 0 h 6858000"/>
              <a:gd name="connsiteX2" fmla="*/ 1882313 w 4033589"/>
              <a:gd name="connsiteY2" fmla="*/ 2021 h 6858000"/>
              <a:gd name="connsiteX3" fmla="*/ 3475371 w 4033589"/>
              <a:gd name="connsiteY3" fmla="*/ 1517967 h 6858000"/>
              <a:gd name="connsiteX4" fmla="*/ 3975977 w 4033589"/>
              <a:gd name="connsiteY4" fmla="*/ 4379386 h 6858000"/>
              <a:gd name="connsiteX5" fmla="*/ 3312864 w 4033589"/>
              <a:gd name="connsiteY5" fmla="*/ 6852362 h 6858000"/>
              <a:gd name="connsiteX6" fmla="*/ 3310593 w 4033589"/>
              <a:gd name="connsiteY6" fmla="*/ 6858000 h 6858000"/>
              <a:gd name="connsiteX7" fmla="*/ 0 w 4033589"/>
              <a:gd name="connsiteY7" fmla="*/ 6858000 h 6858000"/>
              <a:gd name="connsiteX0" fmla="*/ 1787494 w 3942149"/>
              <a:gd name="connsiteY0" fmla="*/ 0 h 6949440"/>
              <a:gd name="connsiteX1" fmla="*/ 1790873 w 3942149"/>
              <a:gd name="connsiteY1" fmla="*/ 2021 h 6949440"/>
              <a:gd name="connsiteX2" fmla="*/ 3383931 w 3942149"/>
              <a:gd name="connsiteY2" fmla="*/ 1517967 h 6949440"/>
              <a:gd name="connsiteX3" fmla="*/ 3884537 w 3942149"/>
              <a:gd name="connsiteY3" fmla="*/ 4379386 h 6949440"/>
              <a:gd name="connsiteX4" fmla="*/ 3221424 w 3942149"/>
              <a:gd name="connsiteY4" fmla="*/ 6852362 h 6949440"/>
              <a:gd name="connsiteX5" fmla="*/ 3219153 w 3942149"/>
              <a:gd name="connsiteY5" fmla="*/ 6858000 h 6949440"/>
              <a:gd name="connsiteX6" fmla="*/ 0 w 3942149"/>
              <a:gd name="connsiteY6" fmla="*/ 6949440 h 6949440"/>
              <a:gd name="connsiteX0" fmla="*/ 1787494 w 3942149"/>
              <a:gd name="connsiteY0" fmla="*/ 0 h 6949440"/>
              <a:gd name="connsiteX1" fmla="*/ 1790873 w 3942149"/>
              <a:gd name="connsiteY1" fmla="*/ 2021 h 6949440"/>
              <a:gd name="connsiteX2" fmla="*/ 3383931 w 3942149"/>
              <a:gd name="connsiteY2" fmla="*/ 1517967 h 6949440"/>
              <a:gd name="connsiteX3" fmla="*/ 3884537 w 3942149"/>
              <a:gd name="connsiteY3" fmla="*/ 4379386 h 6949440"/>
              <a:gd name="connsiteX4" fmla="*/ 3221424 w 3942149"/>
              <a:gd name="connsiteY4" fmla="*/ 6852362 h 6949440"/>
              <a:gd name="connsiteX5" fmla="*/ 3219153 w 3942149"/>
              <a:gd name="connsiteY5" fmla="*/ 6858000 h 6949440"/>
              <a:gd name="connsiteX6" fmla="*/ 0 w 3942149"/>
              <a:gd name="connsiteY6" fmla="*/ 6949440 h 6949440"/>
              <a:gd name="connsiteX0" fmla="*/ 0 w 2154655"/>
              <a:gd name="connsiteY0" fmla="*/ 0 h 6858000"/>
              <a:gd name="connsiteX1" fmla="*/ 3379 w 2154655"/>
              <a:gd name="connsiteY1" fmla="*/ 2021 h 6858000"/>
              <a:gd name="connsiteX2" fmla="*/ 1596437 w 2154655"/>
              <a:gd name="connsiteY2" fmla="*/ 1517967 h 6858000"/>
              <a:gd name="connsiteX3" fmla="*/ 2097043 w 2154655"/>
              <a:gd name="connsiteY3" fmla="*/ 4379386 h 6858000"/>
              <a:gd name="connsiteX4" fmla="*/ 1433930 w 2154655"/>
              <a:gd name="connsiteY4" fmla="*/ 6852362 h 6858000"/>
              <a:gd name="connsiteX5" fmla="*/ 1431659 w 2154655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54655" h="6858000">
                <a:moveTo>
                  <a:pt x="0" y="0"/>
                </a:moveTo>
                <a:lnTo>
                  <a:pt x="3379" y="2021"/>
                </a:lnTo>
                <a:cubicBezTo>
                  <a:pt x="667061" y="423753"/>
                  <a:pt x="1239365" y="963389"/>
                  <a:pt x="1596437" y="1517967"/>
                </a:cubicBezTo>
                <a:cubicBezTo>
                  <a:pt x="2133142" y="2350886"/>
                  <a:pt x="2239839" y="3395752"/>
                  <a:pt x="2097043" y="4379386"/>
                </a:cubicBezTo>
                <a:cubicBezTo>
                  <a:pt x="2032295" y="4824358"/>
                  <a:pt x="1812506" y="5869368"/>
                  <a:pt x="1433930" y="6852362"/>
                </a:cubicBezTo>
                <a:lnTo>
                  <a:pt x="1431659" y="6858000"/>
                </a:lnTo>
              </a:path>
            </a:pathLst>
          </a:cu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Avenir Next LT Pro Light"/>
            </a:endParaRPr>
          </a:p>
        </p:txBody>
      </p:sp>
      <p:pic>
        <p:nvPicPr>
          <p:cNvPr id="5" name="Imagine 4" descr="O imagine care conține text, captură de ecran, Font&#10;&#10;Conținutul generat de inteligența artificială poate fi incorect.">
            <a:extLst>
              <a:ext uri="{FF2B5EF4-FFF2-40B4-BE49-F238E27FC236}">
                <a16:creationId xmlns:a16="http://schemas.microsoft.com/office/drawing/2014/main" id="{BC0B63DA-21DD-1469-29F7-495449ACC2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125" y="1696995"/>
            <a:ext cx="6209348" cy="3585899"/>
          </a:xfrm>
          <a:prstGeom prst="rect">
            <a:avLst/>
          </a:prstGeom>
        </p:spPr>
      </p:pic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09D4B9ED-6C74-9BD3-1A0D-269E21F326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1" y="3048000"/>
            <a:ext cx="4572000" cy="3048001"/>
          </a:xfrm>
        </p:spPr>
        <p:txBody>
          <a:bodyPr>
            <a:normAutofit lnSpcReduction="10000"/>
          </a:bodyPr>
          <a:lstStyle/>
          <a:p>
            <a:pPr>
              <a:lnSpc>
                <a:spcPct val="115000"/>
              </a:lnSpc>
            </a:pPr>
            <a:r>
              <a:rPr lang="ro-RO" sz="1600" dirty="0">
                <a:solidFill>
                  <a:srgbClr val="FFFFFF"/>
                </a:solidFill>
              </a:rPr>
              <a:t>Măsurarea distanței dintre </a:t>
            </a:r>
            <a:r>
              <a:rPr lang="ro-RO" sz="1600" dirty="0" err="1">
                <a:solidFill>
                  <a:srgbClr val="FFFFFF"/>
                </a:solidFill>
              </a:rPr>
              <a:t>embeddings</a:t>
            </a:r>
            <a:r>
              <a:rPr lang="ro-RO" sz="1600" dirty="0">
                <a:solidFill>
                  <a:srgbClr val="FFFFFF"/>
                </a:solidFill>
              </a:rPr>
              <a:t> (ex. L2 / </a:t>
            </a:r>
            <a:r>
              <a:rPr lang="ro-RO" sz="1600" dirty="0" err="1">
                <a:solidFill>
                  <a:srgbClr val="FFFFFF"/>
                </a:solidFill>
              </a:rPr>
              <a:t>Euclidean</a:t>
            </a:r>
            <a:r>
              <a:rPr lang="ro-RO" sz="1600" dirty="0">
                <a:solidFill>
                  <a:srgbClr val="FFFFFF"/>
                </a:solidFill>
              </a:rPr>
              <a:t>)</a:t>
            </a:r>
          </a:p>
          <a:p>
            <a:pPr>
              <a:lnSpc>
                <a:spcPct val="115000"/>
              </a:lnSpc>
            </a:pPr>
            <a:r>
              <a:rPr lang="ro-RO" sz="1600" dirty="0">
                <a:solidFill>
                  <a:srgbClr val="FFFFFF"/>
                </a:solidFill>
              </a:rPr>
              <a:t>Pentru perechi pozitive: penalizare când distanța este mare (împinge </a:t>
            </a:r>
            <a:r>
              <a:rPr lang="ro-RO" sz="1600" dirty="0" err="1">
                <a:solidFill>
                  <a:srgbClr val="FFFFFF"/>
                </a:solidFill>
              </a:rPr>
              <a:t>embeddings</a:t>
            </a:r>
            <a:r>
              <a:rPr lang="ro-RO" sz="1600" dirty="0">
                <a:solidFill>
                  <a:srgbClr val="FFFFFF"/>
                </a:solidFill>
              </a:rPr>
              <a:t> aproape)</a:t>
            </a:r>
          </a:p>
          <a:p>
            <a:pPr>
              <a:lnSpc>
                <a:spcPct val="115000"/>
              </a:lnSpc>
            </a:pPr>
            <a:r>
              <a:rPr lang="ro-RO" sz="1600" dirty="0">
                <a:solidFill>
                  <a:srgbClr val="FFFFFF"/>
                </a:solidFill>
              </a:rPr>
              <a:t>Pentru perechi negative: penalizare când distanța este sub o margine (</a:t>
            </a:r>
            <a:r>
              <a:rPr lang="ro-RO" sz="1600" dirty="0" err="1">
                <a:solidFill>
                  <a:srgbClr val="FFFFFF"/>
                </a:solidFill>
              </a:rPr>
              <a:t>margin</a:t>
            </a:r>
            <a:r>
              <a:rPr lang="ro-RO" sz="1600" dirty="0">
                <a:solidFill>
                  <a:srgbClr val="FFFFFF"/>
                </a:solidFill>
              </a:rPr>
              <a:t>) (împinge </a:t>
            </a:r>
            <a:r>
              <a:rPr lang="ro-RO" sz="1600" dirty="0" err="1">
                <a:solidFill>
                  <a:srgbClr val="FFFFFF"/>
                </a:solidFill>
              </a:rPr>
              <a:t>embeddings</a:t>
            </a:r>
            <a:r>
              <a:rPr lang="ro-RO" sz="1600" dirty="0">
                <a:solidFill>
                  <a:srgbClr val="FFFFFF"/>
                </a:solidFill>
              </a:rPr>
              <a:t> departe)</a:t>
            </a:r>
          </a:p>
          <a:p>
            <a:pPr>
              <a:lnSpc>
                <a:spcPct val="115000"/>
              </a:lnSpc>
            </a:pPr>
            <a:r>
              <a:rPr lang="ro-RO" sz="1600" dirty="0">
                <a:solidFill>
                  <a:srgbClr val="FFFFFF"/>
                </a:solidFill>
              </a:rPr>
              <a:t>Rolul marginii: stabilește separarea minimă dorită între exemple diferite</a:t>
            </a:r>
          </a:p>
          <a:p>
            <a:pPr>
              <a:lnSpc>
                <a:spcPct val="115000"/>
              </a:lnSpc>
            </a:pPr>
            <a:endParaRPr lang="ro-RO" sz="1300" dirty="0"/>
          </a:p>
        </p:txBody>
      </p:sp>
      <p:sp>
        <p:nvSpPr>
          <p:cNvPr id="2" name="Titlu 1">
            <a:extLst>
              <a:ext uri="{FF2B5EF4-FFF2-40B4-BE49-F238E27FC236}">
                <a16:creationId xmlns:a16="http://schemas.microsoft.com/office/drawing/2014/main" id="{30BADE19-E532-1C6F-D8D8-5348E1CBE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0" y="1523990"/>
            <a:ext cx="4572000" cy="1524010"/>
          </a:xfrm>
        </p:spPr>
        <p:txBody>
          <a:bodyPr anchor="t">
            <a:normAutofit/>
          </a:bodyPr>
          <a:lstStyle/>
          <a:p>
            <a:r>
              <a:rPr lang="ro-RO" sz="3200" b="1" dirty="0"/>
              <a:t>Funcția de </a:t>
            </a:r>
            <a:r>
              <a:rPr lang="ro-RO" sz="3200" b="1" dirty="0" err="1"/>
              <a:t>loss</a:t>
            </a:r>
            <a:r>
              <a:rPr lang="en-US" sz="3200" b="1" dirty="0"/>
              <a:t>:</a:t>
            </a:r>
            <a:r>
              <a:rPr lang="ro-RO" sz="3200" b="1" dirty="0"/>
              <a:t> Contrastive </a:t>
            </a:r>
            <a:r>
              <a:rPr lang="ro-RO" sz="3200" b="1" dirty="0" err="1"/>
              <a:t>Loss</a:t>
            </a:r>
            <a:br>
              <a:rPr lang="ro-RO" sz="3200" b="1" dirty="0"/>
            </a:br>
            <a:endParaRPr lang="ro-RO" sz="3200" dirty="0"/>
          </a:p>
        </p:txBody>
      </p:sp>
    </p:spTree>
    <p:extLst>
      <p:ext uri="{BB962C8B-B14F-4D97-AF65-F5344CB8AC3E}">
        <p14:creationId xmlns:p14="http://schemas.microsoft.com/office/powerpoint/2010/main" val="40066577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75615F8-B807-416B-8DBB-536E4371AA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B2484B09-2CAB-4DBE-8AF5-A733A94006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07467" y="1"/>
            <a:ext cx="5820494" cy="2302951"/>
          </a:xfrm>
          <a:custGeom>
            <a:avLst/>
            <a:gdLst>
              <a:gd name="connsiteX0" fmla="*/ 331087 w 5820494"/>
              <a:gd name="connsiteY0" fmla="*/ 0 h 2302951"/>
              <a:gd name="connsiteX1" fmla="*/ 5820494 w 5820494"/>
              <a:gd name="connsiteY1" fmla="*/ 0 h 2302951"/>
              <a:gd name="connsiteX2" fmla="*/ 5709900 w 5820494"/>
              <a:gd name="connsiteY2" fmla="*/ 213766 h 2302951"/>
              <a:gd name="connsiteX3" fmla="*/ 4932484 w 5820494"/>
              <a:gd name="connsiteY3" fmla="*/ 1340037 h 2302951"/>
              <a:gd name="connsiteX4" fmla="*/ 3361811 w 5820494"/>
              <a:gd name="connsiteY4" fmla="*/ 2268288 h 2302951"/>
              <a:gd name="connsiteX5" fmla="*/ 286590 w 5820494"/>
              <a:gd name="connsiteY5" fmla="*/ 1322722 h 2302951"/>
              <a:gd name="connsiteX6" fmla="*/ 251826 w 5820494"/>
              <a:gd name="connsiteY6" fmla="*/ 87954 h 2302951"/>
              <a:gd name="connsiteX7" fmla="*/ 331087 w 5820494"/>
              <a:gd name="connsiteY7" fmla="*/ 0 h 2302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820494" h="2302951">
                <a:moveTo>
                  <a:pt x="331087" y="0"/>
                </a:moveTo>
                <a:lnTo>
                  <a:pt x="5820494" y="0"/>
                </a:lnTo>
                <a:lnTo>
                  <a:pt x="5709900" y="213766"/>
                </a:lnTo>
                <a:cubicBezTo>
                  <a:pt x="5432869" y="711271"/>
                  <a:pt x="5095500" y="1152643"/>
                  <a:pt x="4932484" y="1340037"/>
                </a:cubicBezTo>
                <a:cubicBezTo>
                  <a:pt x="4535940" y="1795562"/>
                  <a:pt x="3997053" y="2167493"/>
                  <a:pt x="3361811" y="2268288"/>
                </a:cubicBezTo>
                <a:cubicBezTo>
                  <a:pt x="2395334" y="2421964"/>
                  <a:pt x="953447" y="2057186"/>
                  <a:pt x="286590" y="1322722"/>
                </a:cubicBezTo>
                <a:cubicBezTo>
                  <a:pt x="-136161" y="857205"/>
                  <a:pt x="-42091" y="443733"/>
                  <a:pt x="251826" y="87954"/>
                </a:cubicBezTo>
                <a:lnTo>
                  <a:pt x="331087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6B36566-4D08-4F26-8C98-ED11098FB9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61952" y="3048002"/>
            <a:ext cx="4230048" cy="3809998"/>
          </a:xfrm>
          <a:custGeom>
            <a:avLst/>
            <a:gdLst>
              <a:gd name="connsiteX0" fmla="*/ 2183095 w 4230048"/>
              <a:gd name="connsiteY0" fmla="*/ 18 h 3809998"/>
              <a:gd name="connsiteX1" fmla="*/ 3425027 w 4230048"/>
              <a:gd name="connsiteY1" fmla="*/ 1440807 h 3809998"/>
              <a:gd name="connsiteX2" fmla="*/ 3480109 w 4230048"/>
              <a:gd name="connsiteY2" fmla="*/ 1517585 h 3809998"/>
              <a:gd name="connsiteX3" fmla="*/ 4221130 w 4230048"/>
              <a:gd name="connsiteY3" fmla="*/ 2801399 h 3809998"/>
              <a:gd name="connsiteX4" fmla="*/ 4230048 w 4230048"/>
              <a:gd name="connsiteY4" fmla="*/ 2899971 h 3809998"/>
              <a:gd name="connsiteX5" fmla="*/ 4230048 w 4230048"/>
              <a:gd name="connsiteY5" fmla="*/ 3224557 h 3809998"/>
              <a:gd name="connsiteX6" fmla="*/ 4230047 w 4230048"/>
              <a:gd name="connsiteY6" fmla="*/ 3224568 h 3809998"/>
              <a:gd name="connsiteX7" fmla="*/ 4230047 w 4230048"/>
              <a:gd name="connsiteY7" fmla="*/ 3809998 h 3809998"/>
              <a:gd name="connsiteX8" fmla="*/ 4077743 w 4230048"/>
              <a:gd name="connsiteY8" fmla="*/ 3809998 h 3809998"/>
              <a:gd name="connsiteX9" fmla="*/ 892220 w 4230048"/>
              <a:gd name="connsiteY9" fmla="*/ 3809998 h 3809998"/>
              <a:gd name="connsiteX10" fmla="*/ 840654 w 4230048"/>
              <a:gd name="connsiteY10" fmla="*/ 3790763 h 3809998"/>
              <a:gd name="connsiteX11" fmla="*/ 5750 w 4230048"/>
              <a:gd name="connsiteY11" fmla="*/ 2913921 h 3809998"/>
              <a:gd name="connsiteX12" fmla="*/ 819614 w 4230048"/>
              <a:gd name="connsiteY12" fmla="*/ 1008105 h 3809998"/>
              <a:gd name="connsiteX13" fmla="*/ 2183095 w 4230048"/>
              <a:gd name="connsiteY13" fmla="*/ 18 h 3809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230048" h="3809998">
                <a:moveTo>
                  <a:pt x="2183095" y="18"/>
                </a:moveTo>
                <a:cubicBezTo>
                  <a:pt x="2652021" y="-4644"/>
                  <a:pt x="3095337" y="947177"/>
                  <a:pt x="3425027" y="1440807"/>
                </a:cubicBezTo>
                <a:cubicBezTo>
                  <a:pt x="3436611" y="1458213"/>
                  <a:pt x="3455517" y="1484324"/>
                  <a:pt x="3480109" y="1517585"/>
                </a:cubicBezTo>
                <a:cubicBezTo>
                  <a:pt x="3749371" y="1882737"/>
                  <a:pt x="4144039" y="2208821"/>
                  <a:pt x="4221130" y="2801399"/>
                </a:cubicBezTo>
                <a:lnTo>
                  <a:pt x="4230048" y="2899971"/>
                </a:lnTo>
                <a:lnTo>
                  <a:pt x="4230048" y="3224557"/>
                </a:lnTo>
                <a:lnTo>
                  <a:pt x="4230047" y="3224568"/>
                </a:lnTo>
                <a:lnTo>
                  <a:pt x="4230047" y="3809998"/>
                </a:lnTo>
                <a:lnTo>
                  <a:pt x="4077743" y="3809998"/>
                </a:lnTo>
                <a:lnTo>
                  <a:pt x="892220" y="3809998"/>
                </a:lnTo>
                <a:lnTo>
                  <a:pt x="840654" y="3790763"/>
                </a:lnTo>
                <a:cubicBezTo>
                  <a:pt x="487978" y="3656636"/>
                  <a:pt x="58498" y="3454097"/>
                  <a:pt x="5750" y="2913921"/>
                </a:cubicBezTo>
                <a:cubicBezTo>
                  <a:pt x="-64577" y="2192439"/>
                  <a:pt x="527932" y="1403503"/>
                  <a:pt x="819614" y="1008105"/>
                </a:cubicBezTo>
                <a:cubicBezTo>
                  <a:pt x="1190771" y="504837"/>
                  <a:pt x="1667013" y="5308"/>
                  <a:pt x="2183095" y="18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B4E82C7F-8602-4A38-A43F-2CC20AB9D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4885154" flipH="1">
            <a:off x="7260230" y="-2526873"/>
            <a:ext cx="3738966" cy="6206270"/>
          </a:xfrm>
          <a:custGeom>
            <a:avLst/>
            <a:gdLst>
              <a:gd name="connsiteX0" fmla="*/ 0 w 4033589"/>
              <a:gd name="connsiteY0" fmla="*/ 0 h 6858000"/>
              <a:gd name="connsiteX1" fmla="*/ 1878934 w 4033589"/>
              <a:gd name="connsiteY1" fmla="*/ 0 h 6858000"/>
              <a:gd name="connsiteX2" fmla="*/ 1882313 w 4033589"/>
              <a:gd name="connsiteY2" fmla="*/ 2021 h 6858000"/>
              <a:gd name="connsiteX3" fmla="*/ 3475371 w 4033589"/>
              <a:gd name="connsiteY3" fmla="*/ 1517967 h 6858000"/>
              <a:gd name="connsiteX4" fmla="*/ 3975977 w 4033589"/>
              <a:gd name="connsiteY4" fmla="*/ 4379386 h 6858000"/>
              <a:gd name="connsiteX5" fmla="*/ 3312864 w 4033589"/>
              <a:gd name="connsiteY5" fmla="*/ 6852362 h 6858000"/>
              <a:gd name="connsiteX6" fmla="*/ 3310593 w 4033589"/>
              <a:gd name="connsiteY6" fmla="*/ 6858000 h 6858000"/>
              <a:gd name="connsiteX7" fmla="*/ 0 w 4033589"/>
              <a:gd name="connsiteY7" fmla="*/ 6858000 h 6858000"/>
              <a:gd name="connsiteX8" fmla="*/ 0 w 4033589"/>
              <a:gd name="connsiteY8" fmla="*/ 0 h 6858000"/>
              <a:gd name="connsiteX0" fmla="*/ 0 w 4033589"/>
              <a:gd name="connsiteY0" fmla="*/ 6858000 h 6858000"/>
              <a:gd name="connsiteX1" fmla="*/ 1878934 w 4033589"/>
              <a:gd name="connsiteY1" fmla="*/ 0 h 6858000"/>
              <a:gd name="connsiteX2" fmla="*/ 1882313 w 4033589"/>
              <a:gd name="connsiteY2" fmla="*/ 2021 h 6858000"/>
              <a:gd name="connsiteX3" fmla="*/ 3475371 w 4033589"/>
              <a:gd name="connsiteY3" fmla="*/ 1517967 h 6858000"/>
              <a:gd name="connsiteX4" fmla="*/ 3975977 w 4033589"/>
              <a:gd name="connsiteY4" fmla="*/ 4379386 h 6858000"/>
              <a:gd name="connsiteX5" fmla="*/ 3312864 w 4033589"/>
              <a:gd name="connsiteY5" fmla="*/ 6852362 h 6858000"/>
              <a:gd name="connsiteX6" fmla="*/ 3310593 w 4033589"/>
              <a:gd name="connsiteY6" fmla="*/ 6858000 h 6858000"/>
              <a:gd name="connsiteX7" fmla="*/ 0 w 4033589"/>
              <a:gd name="connsiteY7" fmla="*/ 6858000 h 6858000"/>
              <a:gd name="connsiteX0" fmla="*/ 1787494 w 3942149"/>
              <a:gd name="connsiteY0" fmla="*/ 0 h 6949440"/>
              <a:gd name="connsiteX1" fmla="*/ 1790873 w 3942149"/>
              <a:gd name="connsiteY1" fmla="*/ 2021 h 6949440"/>
              <a:gd name="connsiteX2" fmla="*/ 3383931 w 3942149"/>
              <a:gd name="connsiteY2" fmla="*/ 1517967 h 6949440"/>
              <a:gd name="connsiteX3" fmla="*/ 3884537 w 3942149"/>
              <a:gd name="connsiteY3" fmla="*/ 4379386 h 6949440"/>
              <a:gd name="connsiteX4" fmla="*/ 3221424 w 3942149"/>
              <a:gd name="connsiteY4" fmla="*/ 6852362 h 6949440"/>
              <a:gd name="connsiteX5" fmla="*/ 3219153 w 3942149"/>
              <a:gd name="connsiteY5" fmla="*/ 6858000 h 6949440"/>
              <a:gd name="connsiteX6" fmla="*/ 0 w 3942149"/>
              <a:gd name="connsiteY6" fmla="*/ 6949440 h 6949440"/>
              <a:gd name="connsiteX0" fmla="*/ 1787494 w 3942149"/>
              <a:gd name="connsiteY0" fmla="*/ 0 h 6949440"/>
              <a:gd name="connsiteX1" fmla="*/ 1790873 w 3942149"/>
              <a:gd name="connsiteY1" fmla="*/ 2021 h 6949440"/>
              <a:gd name="connsiteX2" fmla="*/ 3383931 w 3942149"/>
              <a:gd name="connsiteY2" fmla="*/ 1517967 h 6949440"/>
              <a:gd name="connsiteX3" fmla="*/ 3884537 w 3942149"/>
              <a:gd name="connsiteY3" fmla="*/ 4379386 h 6949440"/>
              <a:gd name="connsiteX4" fmla="*/ 3221424 w 3942149"/>
              <a:gd name="connsiteY4" fmla="*/ 6852362 h 6949440"/>
              <a:gd name="connsiteX5" fmla="*/ 3219153 w 3942149"/>
              <a:gd name="connsiteY5" fmla="*/ 6858000 h 6949440"/>
              <a:gd name="connsiteX6" fmla="*/ 0 w 3942149"/>
              <a:gd name="connsiteY6" fmla="*/ 6949440 h 6949440"/>
              <a:gd name="connsiteX0" fmla="*/ 0 w 2154655"/>
              <a:gd name="connsiteY0" fmla="*/ 0 h 6858000"/>
              <a:gd name="connsiteX1" fmla="*/ 3379 w 2154655"/>
              <a:gd name="connsiteY1" fmla="*/ 2021 h 6858000"/>
              <a:gd name="connsiteX2" fmla="*/ 1596437 w 2154655"/>
              <a:gd name="connsiteY2" fmla="*/ 1517967 h 6858000"/>
              <a:gd name="connsiteX3" fmla="*/ 2097043 w 2154655"/>
              <a:gd name="connsiteY3" fmla="*/ 4379386 h 6858000"/>
              <a:gd name="connsiteX4" fmla="*/ 1433930 w 2154655"/>
              <a:gd name="connsiteY4" fmla="*/ 6852362 h 6858000"/>
              <a:gd name="connsiteX5" fmla="*/ 1431659 w 2154655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54655" h="6858000">
                <a:moveTo>
                  <a:pt x="0" y="0"/>
                </a:moveTo>
                <a:lnTo>
                  <a:pt x="3379" y="2021"/>
                </a:lnTo>
                <a:cubicBezTo>
                  <a:pt x="667061" y="423753"/>
                  <a:pt x="1239365" y="963389"/>
                  <a:pt x="1596437" y="1517967"/>
                </a:cubicBezTo>
                <a:cubicBezTo>
                  <a:pt x="2133142" y="2350886"/>
                  <a:pt x="2239839" y="3395752"/>
                  <a:pt x="2097043" y="4379386"/>
                </a:cubicBezTo>
                <a:cubicBezTo>
                  <a:pt x="2032295" y="4824358"/>
                  <a:pt x="1812506" y="5869368"/>
                  <a:pt x="1433930" y="6852362"/>
                </a:cubicBezTo>
                <a:lnTo>
                  <a:pt x="1431659" y="6858000"/>
                </a:lnTo>
              </a:path>
            </a:pathLst>
          </a:cu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Avenir Next LT Pro Light"/>
            </a:endParaRPr>
          </a:p>
        </p:txBody>
      </p:sp>
      <p:pic>
        <p:nvPicPr>
          <p:cNvPr id="8" name="Imagine 7" descr="O imagine care conține text, captură de ecran, linie, diagramă&#10;&#10;Conținutul generat de inteligența artificială poate fi incorect.">
            <a:extLst>
              <a:ext uri="{FF2B5EF4-FFF2-40B4-BE49-F238E27FC236}">
                <a16:creationId xmlns:a16="http://schemas.microsoft.com/office/drawing/2014/main" id="{DA9AA3D4-6055-159D-54B0-81A5C99F89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8814" y="567200"/>
            <a:ext cx="4408261" cy="3471503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E9D521A7-920C-8968-DCD7-223AF7143CE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62000" y="3047999"/>
            <a:ext cx="5334000" cy="304799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ro-RO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Optimizator: Adam, rată de învățare mică (ex. 1e-4) pentru stabilitate</a:t>
            </a:r>
          </a:p>
          <a:p>
            <a:pPr marL="0" marR="0" lvl="0" indent="0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ro-RO" sz="1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Procedură: </a:t>
            </a:r>
            <a:r>
              <a:rPr kumimoji="0" lang="ro-RO" altLang="ro-RO" sz="18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forward</a:t>
            </a: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→ </a:t>
            </a:r>
            <a:r>
              <a:rPr kumimoji="0" lang="ro-RO" altLang="ro-RO" sz="18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loss</a:t>
            </a: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→ </a:t>
            </a:r>
            <a:r>
              <a:rPr kumimoji="0" lang="ro-RO" altLang="ro-RO" sz="18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backward</a:t>
            </a: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→ update parametri, repetat pe epoci</a:t>
            </a:r>
          </a:p>
          <a:p>
            <a:pPr marL="0" marR="0" lvl="0" indent="0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ro-RO" sz="1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Monitorizare: </a:t>
            </a:r>
            <a:r>
              <a:rPr kumimoji="0" lang="ro-RO" altLang="ro-RO" sz="18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loss</a:t>
            </a: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pe </a:t>
            </a:r>
            <a:r>
              <a:rPr kumimoji="0" lang="ro-RO" altLang="ro-RO" sz="18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train</a:t>
            </a: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și </a:t>
            </a:r>
            <a:r>
              <a:rPr kumimoji="0" lang="ro-RO" altLang="ro-RO" sz="18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loss</a:t>
            </a: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pe </a:t>
            </a:r>
            <a:r>
              <a:rPr kumimoji="0" lang="ro-RO" altLang="ro-RO" sz="18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validation</a:t>
            </a: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pentru semne de </a:t>
            </a:r>
            <a:r>
              <a:rPr kumimoji="0" lang="ro-RO" altLang="ro-RO" sz="18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overfitting</a:t>
            </a: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/</a:t>
            </a:r>
            <a:r>
              <a:rPr kumimoji="0" lang="ro-RO" altLang="ro-RO" sz="18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underfitting</a:t>
            </a:r>
            <a:endParaRPr kumimoji="0" lang="ro-RO" altLang="ro-RO" sz="1800" b="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ro-RO" sz="1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Rezultat așteptat: scăderea </a:t>
            </a:r>
            <a:r>
              <a:rPr kumimoji="0" lang="ro-RO" altLang="ro-RO" sz="18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loss</a:t>
            </a: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-ului și creșterea separării între pozitive și negative</a:t>
            </a:r>
          </a:p>
        </p:txBody>
      </p:sp>
      <p:sp>
        <p:nvSpPr>
          <p:cNvPr id="2" name="Titlu 1">
            <a:extLst>
              <a:ext uri="{FF2B5EF4-FFF2-40B4-BE49-F238E27FC236}">
                <a16:creationId xmlns:a16="http://schemas.microsoft.com/office/drawing/2014/main" id="{9FB9CBE2-1C2B-2920-B6AC-79FA59595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3997"/>
            <a:ext cx="5334000" cy="1524000"/>
          </a:xfrm>
        </p:spPr>
        <p:txBody>
          <a:bodyPr>
            <a:normAutofit/>
          </a:bodyPr>
          <a:lstStyle/>
          <a:p>
            <a:r>
              <a:rPr lang="ro-RO" sz="3200"/>
              <a:t>Antrenarea modelului</a:t>
            </a:r>
          </a:p>
        </p:txBody>
      </p:sp>
      <p:pic>
        <p:nvPicPr>
          <p:cNvPr id="6" name="Imagine 5" descr="O imagine care conține text, captură de ecran, Font, număr&#10;&#10;Conținutul generat de inteligența artificială poate fi incorect.">
            <a:extLst>
              <a:ext uri="{FF2B5EF4-FFF2-40B4-BE49-F238E27FC236}">
                <a16:creationId xmlns:a16="http://schemas.microsoft.com/office/drawing/2014/main" id="{23326DC3-7F8C-371A-2A5B-E5D0B26A9E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7433" y="4312370"/>
            <a:ext cx="4802697" cy="2077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6386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987A0FBA-CC04-4256-A8EB-BB3C543E98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3D065C6D-EB42-400B-99C4-D0ACE936F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13174" y="0"/>
            <a:ext cx="5578824" cy="6028256"/>
          </a:xfrm>
          <a:custGeom>
            <a:avLst/>
            <a:gdLst>
              <a:gd name="connsiteX0" fmla="*/ 1681218 w 5578824"/>
              <a:gd name="connsiteY0" fmla="*/ 0 h 6028256"/>
              <a:gd name="connsiteX1" fmla="*/ 5578824 w 5578824"/>
              <a:gd name="connsiteY1" fmla="*/ 0 h 6028256"/>
              <a:gd name="connsiteX2" fmla="*/ 5578824 w 5578824"/>
              <a:gd name="connsiteY2" fmla="*/ 5760161 h 6028256"/>
              <a:gd name="connsiteX3" fmla="*/ 5441231 w 5578824"/>
              <a:gd name="connsiteY3" fmla="*/ 5804042 h 6028256"/>
              <a:gd name="connsiteX4" fmla="*/ 4253224 w 5578824"/>
              <a:gd name="connsiteY4" fmla="*/ 5980388 h 6028256"/>
              <a:gd name="connsiteX5" fmla="*/ 837278 w 5578824"/>
              <a:gd name="connsiteY5" fmla="*/ 4877588 h 6028256"/>
              <a:gd name="connsiteX6" fmla="*/ 109626 w 5578824"/>
              <a:gd name="connsiteY6" fmla="*/ 3329255 h 6028256"/>
              <a:gd name="connsiteX7" fmla="*/ 156962 w 5578824"/>
              <a:gd name="connsiteY7" fmla="*/ 1773839 h 6028256"/>
              <a:gd name="connsiteX8" fmla="*/ 904890 w 5578824"/>
              <a:gd name="connsiteY8" fmla="*/ 738354 h 6028256"/>
              <a:gd name="connsiteX9" fmla="*/ 1304592 w 5578824"/>
              <a:gd name="connsiteY9" fmla="*/ 360545 h 60282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578824" h="6028256">
                <a:moveTo>
                  <a:pt x="1681218" y="0"/>
                </a:moveTo>
                <a:lnTo>
                  <a:pt x="5578824" y="0"/>
                </a:lnTo>
                <a:lnTo>
                  <a:pt x="5578824" y="5760161"/>
                </a:lnTo>
                <a:lnTo>
                  <a:pt x="5441231" y="5804042"/>
                </a:lnTo>
                <a:cubicBezTo>
                  <a:pt x="5079089" y="5907589"/>
                  <a:pt x="4674877" y="5944442"/>
                  <a:pt x="4253224" y="5980388"/>
                </a:cubicBezTo>
                <a:cubicBezTo>
                  <a:pt x="2813852" y="6102970"/>
                  <a:pt x="1551586" y="6071494"/>
                  <a:pt x="837278" y="4877588"/>
                </a:cubicBezTo>
                <a:cubicBezTo>
                  <a:pt x="529862" y="4363935"/>
                  <a:pt x="255162" y="3847185"/>
                  <a:pt x="109626" y="3329255"/>
                </a:cubicBezTo>
                <a:cubicBezTo>
                  <a:pt x="-35907" y="2811325"/>
                  <a:pt x="-52277" y="2292214"/>
                  <a:pt x="156962" y="1773839"/>
                </a:cubicBezTo>
                <a:cubicBezTo>
                  <a:pt x="296494" y="1428108"/>
                  <a:pt x="536161" y="1082881"/>
                  <a:pt x="904890" y="738354"/>
                </a:cubicBezTo>
                <a:cubicBezTo>
                  <a:pt x="1036690" y="615181"/>
                  <a:pt x="1169968" y="488910"/>
                  <a:pt x="1304592" y="360545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3362A0EA-3E81-4464-94B8-70BE5870ED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87883" y="0"/>
            <a:ext cx="5704117" cy="6096000"/>
          </a:xfrm>
          <a:custGeom>
            <a:avLst/>
            <a:gdLst>
              <a:gd name="connsiteX0" fmla="*/ 0 w 5704117"/>
              <a:gd name="connsiteY0" fmla="*/ 0 h 6096000"/>
              <a:gd name="connsiteX1" fmla="*/ 4562795 w 5704117"/>
              <a:gd name="connsiteY1" fmla="*/ 0 h 6096000"/>
              <a:gd name="connsiteX2" fmla="*/ 4721192 w 5704117"/>
              <a:gd name="connsiteY2" fmla="*/ 133595 h 6096000"/>
              <a:gd name="connsiteX3" fmla="*/ 5467522 w 5704117"/>
              <a:gd name="connsiteY3" fmla="*/ 1054328 h 6096000"/>
              <a:gd name="connsiteX4" fmla="*/ 5538873 w 5704117"/>
              <a:gd name="connsiteY4" fmla="*/ 2897564 h 6096000"/>
              <a:gd name="connsiteX5" fmla="*/ 4442050 w 5704117"/>
              <a:gd name="connsiteY5" fmla="*/ 4732407 h 6096000"/>
              <a:gd name="connsiteX6" fmla="*/ 93046 w 5704117"/>
              <a:gd name="connsiteY6" fmla="*/ 6082857 h 6096000"/>
              <a:gd name="connsiteX7" fmla="*/ 0 w 5704117"/>
              <a:gd name="connsiteY7" fmla="*/ 6078450 h 6096000"/>
              <a:gd name="connsiteX0" fmla="*/ 4562795 w 5704117"/>
              <a:gd name="connsiteY0" fmla="*/ 0 h 6096000"/>
              <a:gd name="connsiteX1" fmla="*/ 4721192 w 5704117"/>
              <a:gd name="connsiteY1" fmla="*/ 133595 h 6096000"/>
              <a:gd name="connsiteX2" fmla="*/ 5467522 w 5704117"/>
              <a:gd name="connsiteY2" fmla="*/ 1054328 h 6096000"/>
              <a:gd name="connsiteX3" fmla="*/ 5538873 w 5704117"/>
              <a:gd name="connsiteY3" fmla="*/ 2897564 h 6096000"/>
              <a:gd name="connsiteX4" fmla="*/ 4442050 w 5704117"/>
              <a:gd name="connsiteY4" fmla="*/ 4732407 h 6096000"/>
              <a:gd name="connsiteX5" fmla="*/ 93046 w 5704117"/>
              <a:gd name="connsiteY5" fmla="*/ 6082857 h 6096000"/>
              <a:gd name="connsiteX6" fmla="*/ 0 w 5704117"/>
              <a:gd name="connsiteY6" fmla="*/ 6078450 h 6096000"/>
              <a:gd name="connsiteX7" fmla="*/ 91440 w 5704117"/>
              <a:gd name="connsiteY7" fmla="*/ 91440 h 6096000"/>
              <a:gd name="connsiteX0" fmla="*/ 4562795 w 5704117"/>
              <a:gd name="connsiteY0" fmla="*/ 0 h 6096000"/>
              <a:gd name="connsiteX1" fmla="*/ 4721192 w 5704117"/>
              <a:gd name="connsiteY1" fmla="*/ 133595 h 6096000"/>
              <a:gd name="connsiteX2" fmla="*/ 5467522 w 5704117"/>
              <a:gd name="connsiteY2" fmla="*/ 1054328 h 6096000"/>
              <a:gd name="connsiteX3" fmla="*/ 5538873 w 5704117"/>
              <a:gd name="connsiteY3" fmla="*/ 2897564 h 6096000"/>
              <a:gd name="connsiteX4" fmla="*/ 4442050 w 5704117"/>
              <a:gd name="connsiteY4" fmla="*/ 4732407 h 6096000"/>
              <a:gd name="connsiteX5" fmla="*/ 93046 w 5704117"/>
              <a:gd name="connsiteY5" fmla="*/ 6082857 h 6096000"/>
              <a:gd name="connsiteX6" fmla="*/ 0 w 5704117"/>
              <a:gd name="connsiteY6" fmla="*/ 6078450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04117" h="6096000">
                <a:moveTo>
                  <a:pt x="4562795" y="0"/>
                </a:moveTo>
                <a:lnTo>
                  <a:pt x="4721192" y="133595"/>
                </a:lnTo>
                <a:cubicBezTo>
                  <a:pt x="5067135" y="440105"/>
                  <a:pt x="5309779" y="747048"/>
                  <a:pt x="5467522" y="1054328"/>
                </a:cubicBezTo>
                <a:cubicBezTo>
                  <a:pt x="5782917" y="1668625"/>
                  <a:pt x="5758242" y="2283795"/>
                  <a:pt x="5538873" y="2897564"/>
                </a:cubicBezTo>
                <a:cubicBezTo>
                  <a:pt x="5319500" y="3511334"/>
                  <a:pt x="4905433" y="4123706"/>
                  <a:pt x="4442050" y="4732407"/>
                </a:cubicBezTo>
                <a:cubicBezTo>
                  <a:pt x="3499930" y="5970384"/>
                  <a:pt x="1925433" y="6153690"/>
                  <a:pt x="93046" y="6082857"/>
                </a:cubicBezTo>
                <a:lnTo>
                  <a:pt x="0" y="6078450"/>
                </a:lnTo>
              </a:path>
            </a:pathLst>
          </a:cu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prstClr val="white"/>
              </a:solidFill>
              <a:latin typeface="Avenir Next LT Pro Light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83A4F0F-AED3-D381-F9AD-5BC39F0F6D9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62000" y="2286000"/>
            <a:ext cx="5334000" cy="381000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După antrenare: se calculează </a:t>
            </a:r>
            <a:r>
              <a:rPr kumimoji="0" lang="ro-RO" altLang="ro-RO" sz="20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embeddings</a:t>
            </a:r>
            <a:r>
              <a:rPr kumimoji="0" lang="ro-RO" altLang="ro-RO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pentru toate imaginile din baza de date</a:t>
            </a:r>
          </a:p>
          <a:p>
            <a:pPr marL="0" marR="0" lvl="0" indent="0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Se obține o matrice </a:t>
            </a:r>
            <a:r>
              <a:rPr kumimoji="0" lang="ro-RO" altLang="ro-RO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 Unicode MS"/>
              </a:rPr>
              <a:t>[N, D]</a:t>
            </a:r>
            <a:r>
              <a:rPr kumimoji="0" lang="ro-RO" altLang="ro-RO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</a:rPr>
              <a:t> (N imagini, D dimensiunea </a:t>
            </a:r>
            <a:r>
              <a:rPr kumimoji="0" lang="ro-RO" altLang="ro-RO" sz="20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</a:rPr>
              <a:t>embedding</a:t>
            </a:r>
            <a:r>
              <a:rPr kumimoji="0" lang="ro-RO" altLang="ro-RO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</a:rPr>
              <a:t>-ului)</a:t>
            </a:r>
            <a:endParaRPr kumimoji="0" lang="ro-RO" altLang="ro-RO" sz="2000" b="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Stocare: </a:t>
            </a:r>
            <a:r>
              <a:rPr kumimoji="0" lang="ro-RO" altLang="ro-RO" sz="20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embedding</a:t>
            </a:r>
            <a:r>
              <a:rPr kumimoji="0" lang="en-US" altLang="ro-RO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-</a:t>
            </a:r>
            <a:r>
              <a:rPr kumimoji="0" lang="en-US" altLang="ro-RO" sz="20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uri</a:t>
            </a:r>
            <a:r>
              <a:rPr kumimoji="0" lang="ro-RO" altLang="ro-RO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salva</a:t>
            </a:r>
            <a:r>
              <a:rPr kumimoji="0" lang="en-US" altLang="ro-RO" sz="20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te</a:t>
            </a:r>
            <a:r>
              <a:rPr kumimoji="0" lang="ro-RO" altLang="ro-RO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pentru a evita recalculări și pentru interogări rapide</a:t>
            </a:r>
          </a:p>
          <a:p>
            <a:pPr marL="0" marR="0" lvl="0" indent="0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Interpretare: fiecare rând reprezintă „semnătura vizuală” a unei imagini</a:t>
            </a:r>
          </a:p>
        </p:txBody>
      </p:sp>
      <p:sp>
        <p:nvSpPr>
          <p:cNvPr id="2" name="Titlu 1">
            <a:extLst>
              <a:ext uri="{FF2B5EF4-FFF2-40B4-BE49-F238E27FC236}">
                <a16:creationId xmlns:a16="http://schemas.microsoft.com/office/drawing/2014/main" id="{7A8883F7-7677-D7B7-41F8-05118B32B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62000"/>
            <a:ext cx="5334000" cy="1524000"/>
          </a:xfrm>
        </p:spPr>
        <p:txBody>
          <a:bodyPr>
            <a:normAutofit/>
          </a:bodyPr>
          <a:lstStyle/>
          <a:p>
            <a:r>
              <a:rPr lang="ro-RO" sz="3200" dirty="0"/>
              <a:t>Extracția </a:t>
            </a:r>
            <a:r>
              <a:rPr lang="ro-RO" sz="3200"/>
              <a:t>embeddings</a:t>
            </a:r>
            <a:r>
              <a:rPr lang="ro-RO" sz="3200" dirty="0"/>
              <a:t> pentru baza de date (</a:t>
            </a:r>
            <a:r>
              <a:rPr lang="ro-RO" sz="3200"/>
              <a:t>Indexing</a:t>
            </a:r>
            <a:r>
              <a:rPr lang="ro-RO" sz="3200" dirty="0"/>
              <a:t>)</a:t>
            </a:r>
          </a:p>
        </p:txBody>
      </p:sp>
      <p:pic>
        <p:nvPicPr>
          <p:cNvPr id="6" name="Imagine 5" descr="O imagine care conține text, captură de ecran, Font, software&#10;&#10;Conținutul generat de inteligența artificială poate fi incorect.">
            <a:extLst>
              <a:ext uri="{FF2B5EF4-FFF2-40B4-BE49-F238E27FC236}">
                <a16:creationId xmlns:a16="http://schemas.microsoft.com/office/drawing/2014/main" id="{C3CD10EF-D0FE-E38B-EE7E-AFA0E2575B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9168"/>
          <a:stretch>
            <a:fillRect/>
          </a:stretch>
        </p:blipFill>
        <p:spPr>
          <a:xfrm>
            <a:off x="6119088" y="1515762"/>
            <a:ext cx="6072912" cy="4512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9097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366B1E8E-FF13-05E8-09DB-459CC7514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896" y="436235"/>
            <a:ext cx="10668000" cy="1524000"/>
          </a:xfrm>
        </p:spPr>
        <p:txBody>
          <a:bodyPr/>
          <a:lstStyle/>
          <a:p>
            <a:r>
              <a:rPr lang="ro-RO" dirty="0" err="1"/>
              <a:t>Similarity</a:t>
            </a:r>
            <a:r>
              <a:rPr lang="ro-RO" dirty="0"/>
              <a:t> </a:t>
            </a:r>
            <a:r>
              <a:rPr lang="ro-RO" dirty="0" err="1"/>
              <a:t>search</a:t>
            </a:r>
            <a:r>
              <a:rPr lang="ro-RO" dirty="0"/>
              <a:t>: mecanismul CBIR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4EB080B-0784-768D-AF21-63462887F7B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62000" y="1960235"/>
            <a:ext cx="8587947" cy="12875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ro-R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Pentru o imagine </a:t>
            </a:r>
            <a:r>
              <a:rPr kumimoji="0" lang="ro-RO" altLang="ro-R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query</a:t>
            </a: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se calculează </a:t>
            </a:r>
            <a:r>
              <a:rPr kumimoji="0" lang="ro-RO" altLang="ro-R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embedding-ul</a:t>
            </a: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acesteia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ro-R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 calculează distanțe față de toate </a:t>
            </a:r>
            <a:r>
              <a:rPr kumimoji="0" lang="ro-RO" altLang="ro-R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embedding</a:t>
            </a: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-urile din index (vectorizat)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ro-R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 sortează după distanță și se selectează Top-K cele mai apropiate imagini</a:t>
            </a:r>
          </a:p>
        </p:txBody>
      </p:sp>
      <p:pic>
        <p:nvPicPr>
          <p:cNvPr id="6" name="Imagine 5" descr="O imagine care conține mamifer, felină mare, Feline mari, Animal terestru&#10;&#10;Conținutul generat de inteligența artificială poate fi incorect.">
            <a:extLst>
              <a:ext uri="{FF2B5EF4-FFF2-40B4-BE49-F238E27FC236}">
                <a16:creationId xmlns:a16="http://schemas.microsoft.com/office/drawing/2014/main" id="{1B139928-AEA6-6DF8-976F-6F779EA668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681" y="3497569"/>
            <a:ext cx="8010584" cy="2924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36389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87A0FBA-CC04-4256-A8EB-BB3C543E98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F3A0F6C-EB8F-4A4C-8258-23F6D815E0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8352" cy="6438900"/>
          </a:xfrm>
          <a:custGeom>
            <a:avLst/>
            <a:gdLst>
              <a:gd name="connsiteX0" fmla="*/ 0 w 12198352"/>
              <a:gd name="connsiteY0" fmla="*/ 0 h 6438900"/>
              <a:gd name="connsiteX1" fmla="*/ 12198352 w 12198352"/>
              <a:gd name="connsiteY1" fmla="*/ 0 h 6438900"/>
              <a:gd name="connsiteX2" fmla="*/ 12198352 w 12198352"/>
              <a:gd name="connsiteY2" fmla="*/ 5644414 h 6438900"/>
              <a:gd name="connsiteX3" fmla="*/ 12042486 w 12198352"/>
              <a:gd name="connsiteY3" fmla="*/ 5750064 h 6438900"/>
              <a:gd name="connsiteX4" fmla="*/ 9483672 w 12198352"/>
              <a:gd name="connsiteY4" fmla="*/ 6432438 h 6438900"/>
              <a:gd name="connsiteX5" fmla="*/ 8500895 w 12198352"/>
              <a:gd name="connsiteY5" fmla="*/ 6437925 h 6438900"/>
              <a:gd name="connsiteX6" fmla="*/ 1629409 w 12198352"/>
              <a:gd name="connsiteY6" fmla="*/ 5170893 h 6438900"/>
              <a:gd name="connsiteX7" fmla="*/ 433424 w 12198352"/>
              <a:gd name="connsiteY7" fmla="*/ 4633819 h 6438900"/>
              <a:gd name="connsiteX8" fmla="*/ 0 w 12198352"/>
              <a:gd name="connsiteY8" fmla="*/ 4450771 h 6438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8352" h="6438900">
                <a:moveTo>
                  <a:pt x="0" y="0"/>
                </a:moveTo>
                <a:lnTo>
                  <a:pt x="12198352" y="0"/>
                </a:lnTo>
                <a:lnTo>
                  <a:pt x="12198352" y="5644414"/>
                </a:lnTo>
                <a:lnTo>
                  <a:pt x="12042486" y="5750064"/>
                </a:lnTo>
                <a:cubicBezTo>
                  <a:pt x="11268689" y="6237466"/>
                  <a:pt x="10357585" y="6417714"/>
                  <a:pt x="9483672" y="6432438"/>
                </a:cubicBezTo>
                <a:cubicBezTo>
                  <a:pt x="9158751" y="6438062"/>
                  <a:pt x="8830819" y="6440385"/>
                  <a:pt x="8500895" y="6437925"/>
                </a:cubicBezTo>
                <a:cubicBezTo>
                  <a:pt x="6191416" y="6420695"/>
                  <a:pt x="3784289" y="6168856"/>
                  <a:pt x="1629409" y="5170893"/>
                </a:cubicBezTo>
                <a:cubicBezTo>
                  <a:pt x="1229906" y="4985892"/>
                  <a:pt x="831404" y="4807078"/>
                  <a:pt x="433424" y="4633819"/>
                </a:cubicBezTo>
                <a:lnTo>
                  <a:pt x="0" y="445077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500">
              <a:solidFill>
                <a:prstClr val="white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6A9C92F4-A4A4-42E0-9391-C666AAED1E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817925">
            <a:off x="2322363" y="-118377"/>
            <a:ext cx="7900749" cy="9821966"/>
          </a:xfrm>
          <a:custGeom>
            <a:avLst/>
            <a:gdLst>
              <a:gd name="connsiteX0" fmla="*/ 589029 w 7858893"/>
              <a:gd name="connsiteY0" fmla="*/ 9827096 h 9827096"/>
              <a:gd name="connsiteX1" fmla="*/ 0 w 7858893"/>
              <a:gd name="connsiteY1" fmla="*/ 9338053 h 9827096"/>
              <a:gd name="connsiteX2" fmla="*/ 50440 w 7858893"/>
              <a:gd name="connsiteY2" fmla="*/ 9011561 h 9827096"/>
              <a:gd name="connsiteX3" fmla="*/ 398242 w 7858893"/>
              <a:gd name="connsiteY3" fmla="*/ 7620242 h 9827096"/>
              <a:gd name="connsiteX4" fmla="*/ 6756719 w 7858893"/>
              <a:gd name="connsiteY4" fmla="*/ 593416 h 9827096"/>
              <a:gd name="connsiteX5" fmla="*/ 7642630 w 7858893"/>
              <a:gd name="connsiteY5" fmla="*/ 111525 h 9827096"/>
              <a:gd name="connsiteX6" fmla="*/ 7858893 w 7858893"/>
              <a:gd name="connsiteY6" fmla="*/ 0 h 9827096"/>
              <a:gd name="connsiteX0" fmla="*/ 589029 w 8190490"/>
              <a:gd name="connsiteY0" fmla="*/ 9787128 h 9787128"/>
              <a:gd name="connsiteX1" fmla="*/ 0 w 8190490"/>
              <a:gd name="connsiteY1" fmla="*/ 9298085 h 9787128"/>
              <a:gd name="connsiteX2" fmla="*/ 50440 w 8190490"/>
              <a:gd name="connsiteY2" fmla="*/ 8971593 h 9787128"/>
              <a:gd name="connsiteX3" fmla="*/ 398242 w 8190490"/>
              <a:gd name="connsiteY3" fmla="*/ 7580274 h 9787128"/>
              <a:gd name="connsiteX4" fmla="*/ 6756719 w 8190490"/>
              <a:gd name="connsiteY4" fmla="*/ 553448 h 9787128"/>
              <a:gd name="connsiteX5" fmla="*/ 7642630 w 8190490"/>
              <a:gd name="connsiteY5" fmla="*/ 71557 h 9787128"/>
              <a:gd name="connsiteX6" fmla="*/ 8190490 w 8190490"/>
              <a:gd name="connsiteY6" fmla="*/ 0 h 9787128"/>
              <a:gd name="connsiteX7" fmla="*/ 589029 w 8190490"/>
              <a:gd name="connsiteY7" fmla="*/ 9787128 h 9787128"/>
              <a:gd name="connsiteX0" fmla="*/ 589029 w 8281930"/>
              <a:gd name="connsiteY0" fmla="*/ 9722690 h 9722690"/>
              <a:gd name="connsiteX1" fmla="*/ 0 w 8281930"/>
              <a:gd name="connsiteY1" fmla="*/ 9233647 h 9722690"/>
              <a:gd name="connsiteX2" fmla="*/ 50440 w 8281930"/>
              <a:gd name="connsiteY2" fmla="*/ 8907155 h 9722690"/>
              <a:gd name="connsiteX3" fmla="*/ 398242 w 8281930"/>
              <a:gd name="connsiteY3" fmla="*/ 7515836 h 9722690"/>
              <a:gd name="connsiteX4" fmla="*/ 6756719 w 8281930"/>
              <a:gd name="connsiteY4" fmla="*/ 489010 h 9722690"/>
              <a:gd name="connsiteX5" fmla="*/ 7642630 w 8281930"/>
              <a:gd name="connsiteY5" fmla="*/ 7119 h 9722690"/>
              <a:gd name="connsiteX6" fmla="*/ 8281930 w 8281930"/>
              <a:gd name="connsiteY6" fmla="*/ 27002 h 9722690"/>
              <a:gd name="connsiteX0" fmla="*/ 589029 w 7911958"/>
              <a:gd name="connsiteY0" fmla="*/ 9802819 h 9802819"/>
              <a:gd name="connsiteX1" fmla="*/ 0 w 7911958"/>
              <a:gd name="connsiteY1" fmla="*/ 9313776 h 9802819"/>
              <a:gd name="connsiteX2" fmla="*/ 50440 w 7911958"/>
              <a:gd name="connsiteY2" fmla="*/ 8987284 h 9802819"/>
              <a:gd name="connsiteX3" fmla="*/ 398242 w 7911958"/>
              <a:gd name="connsiteY3" fmla="*/ 7595965 h 9802819"/>
              <a:gd name="connsiteX4" fmla="*/ 6756719 w 7911958"/>
              <a:gd name="connsiteY4" fmla="*/ 569139 h 9802819"/>
              <a:gd name="connsiteX5" fmla="*/ 7642630 w 7911958"/>
              <a:gd name="connsiteY5" fmla="*/ 87248 h 9802819"/>
              <a:gd name="connsiteX6" fmla="*/ 7911958 w 7911958"/>
              <a:gd name="connsiteY6" fmla="*/ 0 h 9802819"/>
              <a:gd name="connsiteX0" fmla="*/ 589029 w 7642630"/>
              <a:gd name="connsiteY0" fmla="*/ 9715571 h 9715571"/>
              <a:gd name="connsiteX1" fmla="*/ 0 w 7642630"/>
              <a:gd name="connsiteY1" fmla="*/ 9226528 h 9715571"/>
              <a:gd name="connsiteX2" fmla="*/ 50440 w 7642630"/>
              <a:gd name="connsiteY2" fmla="*/ 8900036 h 9715571"/>
              <a:gd name="connsiteX3" fmla="*/ 398242 w 7642630"/>
              <a:gd name="connsiteY3" fmla="*/ 7508717 h 9715571"/>
              <a:gd name="connsiteX4" fmla="*/ 6756719 w 7642630"/>
              <a:gd name="connsiteY4" fmla="*/ 481891 h 9715571"/>
              <a:gd name="connsiteX5" fmla="*/ 7642630 w 7642630"/>
              <a:gd name="connsiteY5" fmla="*/ 0 h 9715571"/>
              <a:gd name="connsiteX0" fmla="*/ 589029 w 7900749"/>
              <a:gd name="connsiteY0" fmla="*/ 9821966 h 9821966"/>
              <a:gd name="connsiteX1" fmla="*/ 0 w 7900749"/>
              <a:gd name="connsiteY1" fmla="*/ 9332923 h 9821966"/>
              <a:gd name="connsiteX2" fmla="*/ 50440 w 7900749"/>
              <a:gd name="connsiteY2" fmla="*/ 9006431 h 9821966"/>
              <a:gd name="connsiteX3" fmla="*/ 398242 w 7900749"/>
              <a:gd name="connsiteY3" fmla="*/ 7615112 h 9821966"/>
              <a:gd name="connsiteX4" fmla="*/ 6756719 w 7900749"/>
              <a:gd name="connsiteY4" fmla="*/ 588286 h 9821966"/>
              <a:gd name="connsiteX5" fmla="*/ 7900749 w 7900749"/>
              <a:gd name="connsiteY5" fmla="*/ 0 h 9821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00749" h="9821966">
                <a:moveTo>
                  <a:pt x="589029" y="9821966"/>
                </a:moveTo>
                <a:lnTo>
                  <a:pt x="0" y="9332923"/>
                </a:lnTo>
                <a:lnTo>
                  <a:pt x="50440" y="9006431"/>
                </a:lnTo>
                <a:cubicBezTo>
                  <a:pt x="119970" y="8604142"/>
                  <a:pt x="221982" y="8158814"/>
                  <a:pt x="398242" y="7615112"/>
                </a:cubicBezTo>
                <a:cubicBezTo>
                  <a:pt x="1372817" y="4608865"/>
                  <a:pt x="3887952" y="2237199"/>
                  <a:pt x="6756719" y="588286"/>
                </a:cubicBezTo>
                <a:cubicBezTo>
                  <a:pt x="6992735" y="452730"/>
                  <a:pt x="7549593" y="182994"/>
                  <a:pt x="7900749" y="0"/>
                </a:cubicBezTo>
              </a:path>
            </a:pathLst>
          </a:cu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2" name="Titlu 1">
            <a:extLst>
              <a:ext uri="{FF2B5EF4-FFF2-40B4-BE49-F238E27FC236}">
                <a16:creationId xmlns:a16="http://schemas.microsoft.com/office/drawing/2014/main" id="{9726FE04-B645-9594-E4E7-2F030FE75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751" y="762000"/>
            <a:ext cx="3598808" cy="2286000"/>
          </a:xfrm>
        </p:spPr>
        <p:txBody>
          <a:bodyPr anchor="t">
            <a:normAutofit/>
          </a:bodyPr>
          <a:lstStyle/>
          <a:p>
            <a:r>
              <a:rPr lang="ro-RO" sz="3200">
                <a:solidFill>
                  <a:srgbClr val="FFFFFF"/>
                </a:solidFill>
              </a:rPr>
              <a:t>Observații, limitări și direcții de îmbunătățire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85E9DC6D-1C24-C7B9-A0CF-AE1822A1526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0745034"/>
              </p:ext>
            </p:extLst>
          </p:nvPr>
        </p:nvGraphicFramePr>
        <p:xfrm>
          <a:off x="4572000" y="771726"/>
          <a:ext cx="6858000" cy="45622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820742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87A0FBA-CC04-4256-A8EB-BB3C543E98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699B66A-3779-48B9-9963-C9339B22B0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8122584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4873590 h 6858000"/>
              <a:gd name="connsiteX3" fmla="*/ 10378112 w 12192000"/>
              <a:gd name="connsiteY3" fmla="*/ 6858000 h 6858000"/>
              <a:gd name="connsiteX4" fmla="*/ 0 w 12192000"/>
              <a:gd name="connsiteY4" fmla="*/ 6858000 h 6858000"/>
              <a:gd name="connsiteX5" fmla="*/ 0 w 12192000"/>
              <a:gd name="connsiteY5" fmla="*/ 6089634 h 6858000"/>
              <a:gd name="connsiteX6" fmla="*/ 3284 w 12192000"/>
              <a:gd name="connsiteY6" fmla="*/ 6081001 h 6858000"/>
              <a:gd name="connsiteX7" fmla="*/ 208318 w 12192000"/>
              <a:gd name="connsiteY7" fmla="*/ 5663571 h 6858000"/>
              <a:gd name="connsiteX8" fmla="*/ 2466868 w 12192000"/>
              <a:gd name="connsiteY8" fmla="*/ 3280365 h 6858000"/>
              <a:gd name="connsiteX9" fmla="*/ 5859655 w 12192000"/>
              <a:gd name="connsiteY9" fmla="*/ 1043504 h 6858000"/>
              <a:gd name="connsiteX10" fmla="*/ 8002287 w 12192000"/>
              <a:gd name="connsiteY10" fmla="*/ 373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92000" h="6858000">
                <a:moveTo>
                  <a:pt x="8122584" y="0"/>
                </a:moveTo>
                <a:lnTo>
                  <a:pt x="12192000" y="0"/>
                </a:lnTo>
                <a:lnTo>
                  <a:pt x="12192000" y="4873590"/>
                </a:lnTo>
                <a:lnTo>
                  <a:pt x="10378112" y="6858000"/>
                </a:lnTo>
                <a:lnTo>
                  <a:pt x="0" y="6858000"/>
                </a:lnTo>
                <a:lnTo>
                  <a:pt x="0" y="6089634"/>
                </a:lnTo>
                <a:lnTo>
                  <a:pt x="3284" y="6081001"/>
                </a:lnTo>
                <a:cubicBezTo>
                  <a:pt x="61888" y="5940761"/>
                  <a:pt x="130457" y="5801643"/>
                  <a:pt x="208318" y="5663571"/>
                </a:cubicBezTo>
                <a:cubicBezTo>
                  <a:pt x="675237" y="4835483"/>
                  <a:pt x="1476533" y="4045730"/>
                  <a:pt x="2466868" y="3280365"/>
                </a:cubicBezTo>
                <a:cubicBezTo>
                  <a:pt x="3457206" y="2515002"/>
                  <a:pt x="4636583" y="1774030"/>
                  <a:pt x="5859655" y="1043504"/>
                </a:cubicBezTo>
                <a:cubicBezTo>
                  <a:pt x="6636899" y="579200"/>
                  <a:pt x="7344556" y="254766"/>
                  <a:pt x="8002287" y="37397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D2088EB-F82A-4CF7-A658-5EB0B344D7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3371" y="0"/>
            <a:ext cx="7017182" cy="6858000"/>
          </a:xfrm>
          <a:custGeom>
            <a:avLst/>
            <a:gdLst>
              <a:gd name="connsiteX0" fmla="*/ 7017182 w 11818630"/>
              <a:gd name="connsiteY0" fmla="*/ 0 h 6858000"/>
              <a:gd name="connsiteX1" fmla="*/ 11818630 w 11818630"/>
              <a:gd name="connsiteY1" fmla="*/ 0 h 6858000"/>
              <a:gd name="connsiteX2" fmla="*/ 11818630 w 11818630"/>
              <a:gd name="connsiteY2" fmla="*/ 4489505 h 6858000"/>
              <a:gd name="connsiteX3" fmla="*/ 11816460 w 11818630"/>
              <a:gd name="connsiteY3" fmla="*/ 4492187 h 6858000"/>
              <a:gd name="connsiteX4" fmla="*/ 10354815 w 11818630"/>
              <a:gd name="connsiteY4" fmla="*/ 6321870 h 6858000"/>
              <a:gd name="connsiteX5" fmla="*/ 9928370 w 11818630"/>
              <a:gd name="connsiteY5" fmla="*/ 6858000 h 6858000"/>
              <a:gd name="connsiteX6" fmla="*/ 0 w 11818630"/>
              <a:gd name="connsiteY6" fmla="*/ 6858000 h 6858000"/>
              <a:gd name="connsiteX7" fmla="*/ 15548 w 11818630"/>
              <a:gd name="connsiteY7" fmla="*/ 6741317 h 6858000"/>
              <a:gd name="connsiteX8" fmla="*/ 387858 w 11818630"/>
              <a:gd name="connsiteY8" fmla="*/ 5632555 h 6858000"/>
              <a:gd name="connsiteX9" fmla="*/ 2494163 w 11818630"/>
              <a:gd name="connsiteY9" fmla="*/ 3131046 h 6858000"/>
              <a:gd name="connsiteX10" fmla="*/ 5658249 w 11818630"/>
              <a:gd name="connsiteY10" fmla="*/ 783147 h 6858000"/>
              <a:gd name="connsiteX11" fmla="*/ 6840702 w 11818630"/>
              <a:gd name="connsiteY11" fmla="*/ 85078 h 6858000"/>
              <a:gd name="connsiteX0" fmla="*/ 0 w 11818630"/>
              <a:gd name="connsiteY0" fmla="*/ 6858000 h 6949440"/>
              <a:gd name="connsiteX1" fmla="*/ 15548 w 11818630"/>
              <a:gd name="connsiteY1" fmla="*/ 6741317 h 6949440"/>
              <a:gd name="connsiteX2" fmla="*/ 387858 w 11818630"/>
              <a:gd name="connsiteY2" fmla="*/ 5632555 h 6949440"/>
              <a:gd name="connsiteX3" fmla="*/ 2494163 w 11818630"/>
              <a:gd name="connsiteY3" fmla="*/ 3131046 h 6949440"/>
              <a:gd name="connsiteX4" fmla="*/ 5658249 w 11818630"/>
              <a:gd name="connsiteY4" fmla="*/ 783147 h 6949440"/>
              <a:gd name="connsiteX5" fmla="*/ 6840702 w 11818630"/>
              <a:gd name="connsiteY5" fmla="*/ 85078 h 6949440"/>
              <a:gd name="connsiteX6" fmla="*/ 7017182 w 11818630"/>
              <a:gd name="connsiteY6" fmla="*/ 0 h 6949440"/>
              <a:gd name="connsiteX7" fmla="*/ 11818630 w 11818630"/>
              <a:gd name="connsiteY7" fmla="*/ 0 h 6949440"/>
              <a:gd name="connsiteX8" fmla="*/ 11818630 w 11818630"/>
              <a:gd name="connsiteY8" fmla="*/ 4489505 h 6949440"/>
              <a:gd name="connsiteX9" fmla="*/ 11816460 w 11818630"/>
              <a:gd name="connsiteY9" fmla="*/ 4492187 h 6949440"/>
              <a:gd name="connsiteX10" fmla="*/ 10354815 w 11818630"/>
              <a:gd name="connsiteY10" fmla="*/ 6321870 h 6949440"/>
              <a:gd name="connsiteX11" fmla="*/ 10019810 w 11818630"/>
              <a:gd name="connsiteY11" fmla="*/ 6949440 h 6949440"/>
              <a:gd name="connsiteX0" fmla="*/ 0 w 11818630"/>
              <a:gd name="connsiteY0" fmla="*/ 6858000 h 6886066"/>
              <a:gd name="connsiteX1" fmla="*/ 15548 w 11818630"/>
              <a:gd name="connsiteY1" fmla="*/ 6741317 h 6886066"/>
              <a:gd name="connsiteX2" fmla="*/ 387858 w 11818630"/>
              <a:gd name="connsiteY2" fmla="*/ 5632555 h 6886066"/>
              <a:gd name="connsiteX3" fmla="*/ 2494163 w 11818630"/>
              <a:gd name="connsiteY3" fmla="*/ 3131046 h 6886066"/>
              <a:gd name="connsiteX4" fmla="*/ 5658249 w 11818630"/>
              <a:gd name="connsiteY4" fmla="*/ 783147 h 6886066"/>
              <a:gd name="connsiteX5" fmla="*/ 6840702 w 11818630"/>
              <a:gd name="connsiteY5" fmla="*/ 85078 h 6886066"/>
              <a:gd name="connsiteX6" fmla="*/ 7017182 w 11818630"/>
              <a:gd name="connsiteY6" fmla="*/ 0 h 6886066"/>
              <a:gd name="connsiteX7" fmla="*/ 11818630 w 11818630"/>
              <a:gd name="connsiteY7" fmla="*/ 0 h 6886066"/>
              <a:gd name="connsiteX8" fmla="*/ 11818630 w 11818630"/>
              <a:gd name="connsiteY8" fmla="*/ 4489505 h 6886066"/>
              <a:gd name="connsiteX9" fmla="*/ 11816460 w 11818630"/>
              <a:gd name="connsiteY9" fmla="*/ 4492187 h 6886066"/>
              <a:gd name="connsiteX10" fmla="*/ 10354815 w 11818630"/>
              <a:gd name="connsiteY10" fmla="*/ 6321870 h 6886066"/>
              <a:gd name="connsiteX11" fmla="*/ 9902115 w 11818630"/>
              <a:gd name="connsiteY11" fmla="*/ 6886066 h 6886066"/>
              <a:gd name="connsiteX0" fmla="*/ 0 w 11818630"/>
              <a:gd name="connsiteY0" fmla="*/ 6858000 h 6858000"/>
              <a:gd name="connsiteX1" fmla="*/ 15548 w 11818630"/>
              <a:gd name="connsiteY1" fmla="*/ 6741317 h 6858000"/>
              <a:gd name="connsiteX2" fmla="*/ 387858 w 11818630"/>
              <a:gd name="connsiteY2" fmla="*/ 5632555 h 6858000"/>
              <a:gd name="connsiteX3" fmla="*/ 2494163 w 11818630"/>
              <a:gd name="connsiteY3" fmla="*/ 3131046 h 6858000"/>
              <a:gd name="connsiteX4" fmla="*/ 5658249 w 11818630"/>
              <a:gd name="connsiteY4" fmla="*/ 783147 h 6858000"/>
              <a:gd name="connsiteX5" fmla="*/ 6840702 w 11818630"/>
              <a:gd name="connsiteY5" fmla="*/ 85078 h 6858000"/>
              <a:gd name="connsiteX6" fmla="*/ 7017182 w 11818630"/>
              <a:gd name="connsiteY6" fmla="*/ 0 h 6858000"/>
              <a:gd name="connsiteX7" fmla="*/ 11818630 w 11818630"/>
              <a:gd name="connsiteY7" fmla="*/ 0 h 6858000"/>
              <a:gd name="connsiteX8" fmla="*/ 11818630 w 11818630"/>
              <a:gd name="connsiteY8" fmla="*/ 4489505 h 6858000"/>
              <a:gd name="connsiteX9" fmla="*/ 11816460 w 11818630"/>
              <a:gd name="connsiteY9" fmla="*/ 4492187 h 6858000"/>
              <a:gd name="connsiteX10" fmla="*/ 10354815 w 11818630"/>
              <a:gd name="connsiteY10" fmla="*/ 6321870 h 6858000"/>
              <a:gd name="connsiteX0" fmla="*/ 0 w 11818630"/>
              <a:gd name="connsiteY0" fmla="*/ 6858000 h 6858000"/>
              <a:gd name="connsiteX1" fmla="*/ 15548 w 11818630"/>
              <a:gd name="connsiteY1" fmla="*/ 6741317 h 6858000"/>
              <a:gd name="connsiteX2" fmla="*/ 387858 w 11818630"/>
              <a:gd name="connsiteY2" fmla="*/ 5632555 h 6858000"/>
              <a:gd name="connsiteX3" fmla="*/ 2494163 w 11818630"/>
              <a:gd name="connsiteY3" fmla="*/ 3131046 h 6858000"/>
              <a:gd name="connsiteX4" fmla="*/ 5658249 w 11818630"/>
              <a:gd name="connsiteY4" fmla="*/ 783147 h 6858000"/>
              <a:gd name="connsiteX5" fmla="*/ 6840702 w 11818630"/>
              <a:gd name="connsiteY5" fmla="*/ 85078 h 6858000"/>
              <a:gd name="connsiteX6" fmla="*/ 7017182 w 11818630"/>
              <a:gd name="connsiteY6" fmla="*/ 0 h 6858000"/>
              <a:gd name="connsiteX7" fmla="*/ 11818630 w 11818630"/>
              <a:gd name="connsiteY7" fmla="*/ 0 h 6858000"/>
              <a:gd name="connsiteX8" fmla="*/ 11818630 w 11818630"/>
              <a:gd name="connsiteY8" fmla="*/ 4489505 h 6858000"/>
              <a:gd name="connsiteX9" fmla="*/ 11816460 w 11818630"/>
              <a:gd name="connsiteY9" fmla="*/ 4492187 h 6858000"/>
              <a:gd name="connsiteX0" fmla="*/ 0 w 11818630"/>
              <a:gd name="connsiteY0" fmla="*/ 6858000 h 6858000"/>
              <a:gd name="connsiteX1" fmla="*/ 15548 w 11818630"/>
              <a:gd name="connsiteY1" fmla="*/ 6741317 h 6858000"/>
              <a:gd name="connsiteX2" fmla="*/ 387858 w 11818630"/>
              <a:gd name="connsiteY2" fmla="*/ 5632555 h 6858000"/>
              <a:gd name="connsiteX3" fmla="*/ 2494163 w 11818630"/>
              <a:gd name="connsiteY3" fmla="*/ 3131046 h 6858000"/>
              <a:gd name="connsiteX4" fmla="*/ 5658249 w 11818630"/>
              <a:gd name="connsiteY4" fmla="*/ 783147 h 6858000"/>
              <a:gd name="connsiteX5" fmla="*/ 6840702 w 11818630"/>
              <a:gd name="connsiteY5" fmla="*/ 85078 h 6858000"/>
              <a:gd name="connsiteX6" fmla="*/ 7017182 w 11818630"/>
              <a:gd name="connsiteY6" fmla="*/ 0 h 6858000"/>
              <a:gd name="connsiteX7" fmla="*/ 11818630 w 11818630"/>
              <a:gd name="connsiteY7" fmla="*/ 0 h 6858000"/>
              <a:gd name="connsiteX8" fmla="*/ 11818630 w 11818630"/>
              <a:gd name="connsiteY8" fmla="*/ 4489505 h 6858000"/>
              <a:gd name="connsiteX0" fmla="*/ 0 w 11818630"/>
              <a:gd name="connsiteY0" fmla="*/ 6858000 h 6858000"/>
              <a:gd name="connsiteX1" fmla="*/ 15548 w 11818630"/>
              <a:gd name="connsiteY1" fmla="*/ 6741317 h 6858000"/>
              <a:gd name="connsiteX2" fmla="*/ 387858 w 11818630"/>
              <a:gd name="connsiteY2" fmla="*/ 5632555 h 6858000"/>
              <a:gd name="connsiteX3" fmla="*/ 2494163 w 11818630"/>
              <a:gd name="connsiteY3" fmla="*/ 3131046 h 6858000"/>
              <a:gd name="connsiteX4" fmla="*/ 5658249 w 11818630"/>
              <a:gd name="connsiteY4" fmla="*/ 783147 h 6858000"/>
              <a:gd name="connsiteX5" fmla="*/ 6840702 w 11818630"/>
              <a:gd name="connsiteY5" fmla="*/ 85078 h 6858000"/>
              <a:gd name="connsiteX6" fmla="*/ 7017182 w 11818630"/>
              <a:gd name="connsiteY6" fmla="*/ 0 h 6858000"/>
              <a:gd name="connsiteX7" fmla="*/ 11818630 w 11818630"/>
              <a:gd name="connsiteY7" fmla="*/ 4489505 h 6858000"/>
              <a:gd name="connsiteX0" fmla="*/ 0 w 7017182"/>
              <a:gd name="connsiteY0" fmla="*/ 6858000 h 6858000"/>
              <a:gd name="connsiteX1" fmla="*/ 15548 w 7017182"/>
              <a:gd name="connsiteY1" fmla="*/ 6741317 h 6858000"/>
              <a:gd name="connsiteX2" fmla="*/ 387858 w 7017182"/>
              <a:gd name="connsiteY2" fmla="*/ 5632555 h 6858000"/>
              <a:gd name="connsiteX3" fmla="*/ 2494163 w 7017182"/>
              <a:gd name="connsiteY3" fmla="*/ 3131046 h 6858000"/>
              <a:gd name="connsiteX4" fmla="*/ 5658249 w 7017182"/>
              <a:gd name="connsiteY4" fmla="*/ 783147 h 6858000"/>
              <a:gd name="connsiteX5" fmla="*/ 6840702 w 7017182"/>
              <a:gd name="connsiteY5" fmla="*/ 85078 h 6858000"/>
              <a:gd name="connsiteX6" fmla="*/ 7017182 w 7017182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017182" h="6858000">
                <a:moveTo>
                  <a:pt x="0" y="6858000"/>
                </a:moveTo>
                <a:lnTo>
                  <a:pt x="15548" y="6741317"/>
                </a:lnTo>
                <a:cubicBezTo>
                  <a:pt x="78957" y="6364051"/>
                  <a:pt x="206325" y="5994870"/>
                  <a:pt x="387858" y="5632555"/>
                </a:cubicBezTo>
                <a:cubicBezTo>
                  <a:pt x="823302" y="4763361"/>
                  <a:pt x="1570584" y="3934404"/>
                  <a:pt x="2494163" y="3131046"/>
                </a:cubicBezTo>
                <a:cubicBezTo>
                  <a:pt x="3417744" y="2327690"/>
                  <a:pt x="4517622" y="1549936"/>
                  <a:pt x="5658249" y="783147"/>
                </a:cubicBezTo>
                <a:cubicBezTo>
                  <a:pt x="6072451" y="504660"/>
                  <a:pt x="6465461" y="274112"/>
                  <a:pt x="6840702" y="85078"/>
                </a:cubicBezTo>
                <a:lnTo>
                  <a:pt x="7017182" y="0"/>
                </a:lnTo>
              </a:path>
            </a:pathLst>
          </a:cu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prstClr val="white"/>
              </a:solidFill>
              <a:latin typeface="Avenir Next LT Pro Light"/>
            </a:endParaRPr>
          </a:p>
        </p:txBody>
      </p:sp>
      <p:sp>
        <p:nvSpPr>
          <p:cNvPr id="2" name="Titlu 1">
            <a:extLst>
              <a:ext uri="{FF2B5EF4-FFF2-40B4-BE49-F238E27FC236}">
                <a16:creationId xmlns:a16="http://schemas.microsoft.com/office/drawing/2014/main" id="{D7766D46-10FB-82C4-4EF1-95DD7DEBB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750" y="762000"/>
            <a:ext cx="3048001" cy="2286000"/>
          </a:xfrm>
        </p:spPr>
        <p:txBody>
          <a:bodyPr anchor="t">
            <a:normAutofit/>
          </a:bodyPr>
          <a:lstStyle/>
          <a:p>
            <a:r>
              <a:rPr lang="ro-RO" sz="3200"/>
              <a:t>Concluzii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EDA32667-BAAD-4252-B7F6-CDABAD11DA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75486" y="4489505"/>
            <a:ext cx="1916515" cy="2396561"/>
          </a:xfrm>
          <a:custGeom>
            <a:avLst/>
            <a:gdLst>
              <a:gd name="connsiteX0" fmla="*/ 7017182 w 11818630"/>
              <a:gd name="connsiteY0" fmla="*/ 0 h 6858000"/>
              <a:gd name="connsiteX1" fmla="*/ 11818630 w 11818630"/>
              <a:gd name="connsiteY1" fmla="*/ 0 h 6858000"/>
              <a:gd name="connsiteX2" fmla="*/ 11818630 w 11818630"/>
              <a:gd name="connsiteY2" fmla="*/ 4489505 h 6858000"/>
              <a:gd name="connsiteX3" fmla="*/ 11816460 w 11818630"/>
              <a:gd name="connsiteY3" fmla="*/ 4492187 h 6858000"/>
              <a:gd name="connsiteX4" fmla="*/ 10354815 w 11818630"/>
              <a:gd name="connsiteY4" fmla="*/ 6321870 h 6858000"/>
              <a:gd name="connsiteX5" fmla="*/ 9928370 w 11818630"/>
              <a:gd name="connsiteY5" fmla="*/ 6858000 h 6858000"/>
              <a:gd name="connsiteX6" fmla="*/ 0 w 11818630"/>
              <a:gd name="connsiteY6" fmla="*/ 6858000 h 6858000"/>
              <a:gd name="connsiteX7" fmla="*/ 15548 w 11818630"/>
              <a:gd name="connsiteY7" fmla="*/ 6741317 h 6858000"/>
              <a:gd name="connsiteX8" fmla="*/ 387858 w 11818630"/>
              <a:gd name="connsiteY8" fmla="*/ 5632555 h 6858000"/>
              <a:gd name="connsiteX9" fmla="*/ 2494163 w 11818630"/>
              <a:gd name="connsiteY9" fmla="*/ 3131046 h 6858000"/>
              <a:gd name="connsiteX10" fmla="*/ 5658249 w 11818630"/>
              <a:gd name="connsiteY10" fmla="*/ 783147 h 6858000"/>
              <a:gd name="connsiteX11" fmla="*/ 6840702 w 11818630"/>
              <a:gd name="connsiteY11" fmla="*/ 85078 h 6858000"/>
              <a:gd name="connsiteX0" fmla="*/ 0 w 11818630"/>
              <a:gd name="connsiteY0" fmla="*/ 6858000 h 6949440"/>
              <a:gd name="connsiteX1" fmla="*/ 15548 w 11818630"/>
              <a:gd name="connsiteY1" fmla="*/ 6741317 h 6949440"/>
              <a:gd name="connsiteX2" fmla="*/ 387858 w 11818630"/>
              <a:gd name="connsiteY2" fmla="*/ 5632555 h 6949440"/>
              <a:gd name="connsiteX3" fmla="*/ 2494163 w 11818630"/>
              <a:gd name="connsiteY3" fmla="*/ 3131046 h 6949440"/>
              <a:gd name="connsiteX4" fmla="*/ 5658249 w 11818630"/>
              <a:gd name="connsiteY4" fmla="*/ 783147 h 6949440"/>
              <a:gd name="connsiteX5" fmla="*/ 6840702 w 11818630"/>
              <a:gd name="connsiteY5" fmla="*/ 85078 h 6949440"/>
              <a:gd name="connsiteX6" fmla="*/ 7017182 w 11818630"/>
              <a:gd name="connsiteY6" fmla="*/ 0 h 6949440"/>
              <a:gd name="connsiteX7" fmla="*/ 11818630 w 11818630"/>
              <a:gd name="connsiteY7" fmla="*/ 0 h 6949440"/>
              <a:gd name="connsiteX8" fmla="*/ 11818630 w 11818630"/>
              <a:gd name="connsiteY8" fmla="*/ 4489505 h 6949440"/>
              <a:gd name="connsiteX9" fmla="*/ 11816460 w 11818630"/>
              <a:gd name="connsiteY9" fmla="*/ 4492187 h 6949440"/>
              <a:gd name="connsiteX10" fmla="*/ 10354815 w 11818630"/>
              <a:gd name="connsiteY10" fmla="*/ 6321870 h 6949440"/>
              <a:gd name="connsiteX11" fmla="*/ 10019810 w 11818630"/>
              <a:gd name="connsiteY11" fmla="*/ 6949440 h 6949440"/>
              <a:gd name="connsiteX0" fmla="*/ 0 w 11818630"/>
              <a:gd name="connsiteY0" fmla="*/ 6858000 h 6886066"/>
              <a:gd name="connsiteX1" fmla="*/ 15548 w 11818630"/>
              <a:gd name="connsiteY1" fmla="*/ 6741317 h 6886066"/>
              <a:gd name="connsiteX2" fmla="*/ 387858 w 11818630"/>
              <a:gd name="connsiteY2" fmla="*/ 5632555 h 6886066"/>
              <a:gd name="connsiteX3" fmla="*/ 2494163 w 11818630"/>
              <a:gd name="connsiteY3" fmla="*/ 3131046 h 6886066"/>
              <a:gd name="connsiteX4" fmla="*/ 5658249 w 11818630"/>
              <a:gd name="connsiteY4" fmla="*/ 783147 h 6886066"/>
              <a:gd name="connsiteX5" fmla="*/ 6840702 w 11818630"/>
              <a:gd name="connsiteY5" fmla="*/ 85078 h 6886066"/>
              <a:gd name="connsiteX6" fmla="*/ 7017182 w 11818630"/>
              <a:gd name="connsiteY6" fmla="*/ 0 h 6886066"/>
              <a:gd name="connsiteX7" fmla="*/ 11818630 w 11818630"/>
              <a:gd name="connsiteY7" fmla="*/ 0 h 6886066"/>
              <a:gd name="connsiteX8" fmla="*/ 11818630 w 11818630"/>
              <a:gd name="connsiteY8" fmla="*/ 4489505 h 6886066"/>
              <a:gd name="connsiteX9" fmla="*/ 11816460 w 11818630"/>
              <a:gd name="connsiteY9" fmla="*/ 4492187 h 6886066"/>
              <a:gd name="connsiteX10" fmla="*/ 10354815 w 11818630"/>
              <a:gd name="connsiteY10" fmla="*/ 6321870 h 6886066"/>
              <a:gd name="connsiteX11" fmla="*/ 9902115 w 11818630"/>
              <a:gd name="connsiteY11" fmla="*/ 6886066 h 6886066"/>
              <a:gd name="connsiteX0" fmla="*/ 0 w 11818630"/>
              <a:gd name="connsiteY0" fmla="*/ 6858000 h 6886066"/>
              <a:gd name="connsiteX1" fmla="*/ 15548 w 11818630"/>
              <a:gd name="connsiteY1" fmla="*/ 6741317 h 6886066"/>
              <a:gd name="connsiteX2" fmla="*/ 387858 w 11818630"/>
              <a:gd name="connsiteY2" fmla="*/ 5632555 h 6886066"/>
              <a:gd name="connsiteX3" fmla="*/ 2494163 w 11818630"/>
              <a:gd name="connsiteY3" fmla="*/ 3131046 h 6886066"/>
              <a:gd name="connsiteX4" fmla="*/ 5658249 w 11818630"/>
              <a:gd name="connsiteY4" fmla="*/ 783147 h 6886066"/>
              <a:gd name="connsiteX5" fmla="*/ 6840702 w 11818630"/>
              <a:gd name="connsiteY5" fmla="*/ 85078 h 6886066"/>
              <a:gd name="connsiteX6" fmla="*/ 11818630 w 11818630"/>
              <a:gd name="connsiteY6" fmla="*/ 0 h 6886066"/>
              <a:gd name="connsiteX7" fmla="*/ 11818630 w 11818630"/>
              <a:gd name="connsiteY7" fmla="*/ 4489505 h 6886066"/>
              <a:gd name="connsiteX8" fmla="*/ 11816460 w 11818630"/>
              <a:gd name="connsiteY8" fmla="*/ 4492187 h 6886066"/>
              <a:gd name="connsiteX9" fmla="*/ 10354815 w 11818630"/>
              <a:gd name="connsiteY9" fmla="*/ 6321870 h 6886066"/>
              <a:gd name="connsiteX10" fmla="*/ 9902115 w 11818630"/>
              <a:gd name="connsiteY10" fmla="*/ 6886066 h 6886066"/>
              <a:gd name="connsiteX0" fmla="*/ 0 w 11818630"/>
              <a:gd name="connsiteY0" fmla="*/ 7069778 h 7097844"/>
              <a:gd name="connsiteX1" fmla="*/ 15548 w 11818630"/>
              <a:gd name="connsiteY1" fmla="*/ 6953095 h 7097844"/>
              <a:gd name="connsiteX2" fmla="*/ 387858 w 11818630"/>
              <a:gd name="connsiteY2" fmla="*/ 5844333 h 7097844"/>
              <a:gd name="connsiteX3" fmla="*/ 2494163 w 11818630"/>
              <a:gd name="connsiteY3" fmla="*/ 3342824 h 7097844"/>
              <a:gd name="connsiteX4" fmla="*/ 5658249 w 11818630"/>
              <a:gd name="connsiteY4" fmla="*/ 994925 h 7097844"/>
              <a:gd name="connsiteX5" fmla="*/ 11818630 w 11818630"/>
              <a:gd name="connsiteY5" fmla="*/ 211778 h 7097844"/>
              <a:gd name="connsiteX6" fmla="*/ 11818630 w 11818630"/>
              <a:gd name="connsiteY6" fmla="*/ 4701283 h 7097844"/>
              <a:gd name="connsiteX7" fmla="*/ 11816460 w 11818630"/>
              <a:gd name="connsiteY7" fmla="*/ 4703965 h 7097844"/>
              <a:gd name="connsiteX8" fmla="*/ 10354815 w 11818630"/>
              <a:gd name="connsiteY8" fmla="*/ 6533648 h 7097844"/>
              <a:gd name="connsiteX9" fmla="*/ 9902115 w 11818630"/>
              <a:gd name="connsiteY9" fmla="*/ 7097844 h 7097844"/>
              <a:gd name="connsiteX0" fmla="*/ 0 w 11818630"/>
              <a:gd name="connsiteY0" fmla="*/ 6872876 h 6900942"/>
              <a:gd name="connsiteX1" fmla="*/ 15548 w 11818630"/>
              <a:gd name="connsiteY1" fmla="*/ 6756193 h 6900942"/>
              <a:gd name="connsiteX2" fmla="*/ 387858 w 11818630"/>
              <a:gd name="connsiteY2" fmla="*/ 5647431 h 6900942"/>
              <a:gd name="connsiteX3" fmla="*/ 2494163 w 11818630"/>
              <a:gd name="connsiteY3" fmla="*/ 3145922 h 6900942"/>
              <a:gd name="connsiteX4" fmla="*/ 11818630 w 11818630"/>
              <a:gd name="connsiteY4" fmla="*/ 14876 h 6900942"/>
              <a:gd name="connsiteX5" fmla="*/ 11818630 w 11818630"/>
              <a:gd name="connsiteY5" fmla="*/ 4504381 h 6900942"/>
              <a:gd name="connsiteX6" fmla="*/ 11816460 w 11818630"/>
              <a:gd name="connsiteY6" fmla="*/ 4507063 h 6900942"/>
              <a:gd name="connsiteX7" fmla="*/ 10354815 w 11818630"/>
              <a:gd name="connsiteY7" fmla="*/ 6336746 h 6900942"/>
              <a:gd name="connsiteX8" fmla="*/ 9902115 w 11818630"/>
              <a:gd name="connsiteY8" fmla="*/ 6900942 h 6900942"/>
              <a:gd name="connsiteX0" fmla="*/ 577707 w 12396337"/>
              <a:gd name="connsiteY0" fmla="*/ 6858000 h 6886066"/>
              <a:gd name="connsiteX1" fmla="*/ 593255 w 12396337"/>
              <a:gd name="connsiteY1" fmla="*/ 6741317 h 6886066"/>
              <a:gd name="connsiteX2" fmla="*/ 965565 w 12396337"/>
              <a:gd name="connsiteY2" fmla="*/ 5632555 h 6886066"/>
              <a:gd name="connsiteX3" fmla="*/ 12396337 w 12396337"/>
              <a:gd name="connsiteY3" fmla="*/ 0 h 6886066"/>
              <a:gd name="connsiteX4" fmla="*/ 12396337 w 12396337"/>
              <a:gd name="connsiteY4" fmla="*/ 4489505 h 6886066"/>
              <a:gd name="connsiteX5" fmla="*/ 12394167 w 12396337"/>
              <a:gd name="connsiteY5" fmla="*/ 4492187 h 6886066"/>
              <a:gd name="connsiteX6" fmla="*/ 10932522 w 12396337"/>
              <a:gd name="connsiteY6" fmla="*/ 6321870 h 6886066"/>
              <a:gd name="connsiteX7" fmla="*/ 10479822 w 12396337"/>
              <a:gd name="connsiteY7" fmla="*/ 6886066 h 6886066"/>
              <a:gd name="connsiteX0" fmla="*/ 0 w 11818630"/>
              <a:gd name="connsiteY0" fmla="*/ 6858000 h 6886066"/>
              <a:gd name="connsiteX1" fmla="*/ 387858 w 11818630"/>
              <a:gd name="connsiteY1" fmla="*/ 5632555 h 6886066"/>
              <a:gd name="connsiteX2" fmla="*/ 11818630 w 11818630"/>
              <a:gd name="connsiteY2" fmla="*/ 0 h 6886066"/>
              <a:gd name="connsiteX3" fmla="*/ 11818630 w 11818630"/>
              <a:gd name="connsiteY3" fmla="*/ 4489505 h 6886066"/>
              <a:gd name="connsiteX4" fmla="*/ 11816460 w 11818630"/>
              <a:gd name="connsiteY4" fmla="*/ 4492187 h 6886066"/>
              <a:gd name="connsiteX5" fmla="*/ 10354815 w 11818630"/>
              <a:gd name="connsiteY5" fmla="*/ 6321870 h 6886066"/>
              <a:gd name="connsiteX6" fmla="*/ 9902115 w 11818630"/>
              <a:gd name="connsiteY6" fmla="*/ 6886066 h 6886066"/>
              <a:gd name="connsiteX0" fmla="*/ 0 w 11818630"/>
              <a:gd name="connsiteY0" fmla="*/ 6858000 h 6886066"/>
              <a:gd name="connsiteX1" fmla="*/ 11818630 w 11818630"/>
              <a:gd name="connsiteY1" fmla="*/ 0 h 6886066"/>
              <a:gd name="connsiteX2" fmla="*/ 11818630 w 11818630"/>
              <a:gd name="connsiteY2" fmla="*/ 4489505 h 6886066"/>
              <a:gd name="connsiteX3" fmla="*/ 11816460 w 11818630"/>
              <a:gd name="connsiteY3" fmla="*/ 4492187 h 6886066"/>
              <a:gd name="connsiteX4" fmla="*/ 10354815 w 11818630"/>
              <a:gd name="connsiteY4" fmla="*/ 6321870 h 6886066"/>
              <a:gd name="connsiteX5" fmla="*/ 9902115 w 11818630"/>
              <a:gd name="connsiteY5" fmla="*/ 6886066 h 6886066"/>
              <a:gd name="connsiteX0" fmla="*/ 1916515 w 1916515"/>
              <a:gd name="connsiteY0" fmla="*/ 0 h 6886066"/>
              <a:gd name="connsiteX1" fmla="*/ 1916515 w 1916515"/>
              <a:gd name="connsiteY1" fmla="*/ 4489505 h 6886066"/>
              <a:gd name="connsiteX2" fmla="*/ 1914345 w 1916515"/>
              <a:gd name="connsiteY2" fmla="*/ 4492187 h 6886066"/>
              <a:gd name="connsiteX3" fmla="*/ 452700 w 1916515"/>
              <a:gd name="connsiteY3" fmla="*/ 6321870 h 6886066"/>
              <a:gd name="connsiteX4" fmla="*/ 0 w 1916515"/>
              <a:gd name="connsiteY4" fmla="*/ 6886066 h 6886066"/>
              <a:gd name="connsiteX0" fmla="*/ 1916515 w 1916515"/>
              <a:gd name="connsiteY0" fmla="*/ 0 h 2396561"/>
              <a:gd name="connsiteX1" fmla="*/ 1914345 w 1916515"/>
              <a:gd name="connsiteY1" fmla="*/ 2682 h 2396561"/>
              <a:gd name="connsiteX2" fmla="*/ 452700 w 1916515"/>
              <a:gd name="connsiteY2" fmla="*/ 1832365 h 2396561"/>
              <a:gd name="connsiteX3" fmla="*/ 0 w 1916515"/>
              <a:gd name="connsiteY3" fmla="*/ 2396561 h 2396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16515" h="2396561">
                <a:moveTo>
                  <a:pt x="1916515" y="0"/>
                </a:moveTo>
                <a:lnTo>
                  <a:pt x="1914345" y="2682"/>
                </a:lnTo>
                <a:cubicBezTo>
                  <a:pt x="1430582" y="598348"/>
                  <a:pt x="941296" y="1216779"/>
                  <a:pt x="452700" y="1832365"/>
                </a:cubicBezTo>
                <a:cubicBezTo>
                  <a:pt x="310552" y="2011075"/>
                  <a:pt x="0" y="2396561"/>
                  <a:pt x="0" y="2396561"/>
                </a:cubicBezTo>
              </a:path>
            </a:pathLst>
          </a:cu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prstClr val="white"/>
              </a:solidFill>
              <a:latin typeface="Avenir Next LT Pro Light"/>
            </a:endParaRP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556798B9-A5F0-6702-C073-158066225C1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6837878"/>
              </p:ext>
            </p:extLst>
          </p:nvPr>
        </p:nvGraphicFramePr>
        <p:xfrm>
          <a:off x="3878317" y="1072055"/>
          <a:ext cx="7551683" cy="50239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716786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87A0FBA-CC04-4256-A8EB-BB3C543E98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E9B86C0-FDA1-4FEB-807F-B6CA59CE89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17019" y="0"/>
            <a:ext cx="5578823" cy="6028256"/>
          </a:xfrm>
          <a:custGeom>
            <a:avLst/>
            <a:gdLst>
              <a:gd name="connsiteX0" fmla="*/ 0 w 5578823"/>
              <a:gd name="connsiteY0" fmla="*/ 0 h 6028256"/>
              <a:gd name="connsiteX1" fmla="*/ 3897606 w 5578823"/>
              <a:gd name="connsiteY1" fmla="*/ 0 h 6028256"/>
              <a:gd name="connsiteX2" fmla="*/ 4274232 w 5578823"/>
              <a:gd name="connsiteY2" fmla="*/ 360545 h 6028256"/>
              <a:gd name="connsiteX3" fmla="*/ 4673934 w 5578823"/>
              <a:gd name="connsiteY3" fmla="*/ 738354 h 6028256"/>
              <a:gd name="connsiteX4" fmla="*/ 5421862 w 5578823"/>
              <a:gd name="connsiteY4" fmla="*/ 1773839 h 6028256"/>
              <a:gd name="connsiteX5" fmla="*/ 5469198 w 5578823"/>
              <a:gd name="connsiteY5" fmla="*/ 3329255 h 6028256"/>
              <a:gd name="connsiteX6" fmla="*/ 4741546 w 5578823"/>
              <a:gd name="connsiteY6" fmla="*/ 4877588 h 6028256"/>
              <a:gd name="connsiteX7" fmla="*/ 1325600 w 5578823"/>
              <a:gd name="connsiteY7" fmla="*/ 5980388 h 6028256"/>
              <a:gd name="connsiteX8" fmla="*/ 137593 w 5578823"/>
              <a:gd name="connsiteY8" fmla="*/ 5804042 h 6028256"/>
              <a:gd name="connsiteX9" fmla="*/ 0 w 5578823"/>
              <a:gd name="connsiteY9" fmla="*/ 5760161 h 60282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578823" h="6028256">
                <a:moveTo>
                  <a:pt x="0" y="0"/>
                </a:moveTo>
                <a:lnTo>
                  <a:pt x="3897606" y="0"/>
                </a:lnTo>
                <a:lnTo>
                  <a:pt x="4274232" y="360545"/>
                </a:lnTo>
                <a:cubicBezTo>
                  <a:pt x="4408856" y="488910"/>
                  <a:pt x="4542134" y="615181"/>
                  <a:pt x="4673934" y="738354"/>
                </a:cubicBezTo>
                <a:cubicBezTo>
                  <a:pt x="5042663" y="1082881"/>
                  <a:pt x="5282330" y="1428108"/>
                  <a:pt x="5421862" y="1773839"/>
                </a:cubicBezTo>
                <a:cubicBezTo>
                  <a:pt x="5631101" y="2292214"/>
                  <a:pt x="5614731" y="2811325"/>
                  <a:pt x="5469198" y="3329255"/>
                </a:cubicBezTo>
                <a:cubicBezTo>
                  <a:pt x="5323662" y="3847185"/>
                  <a:pt x="5048962" y="4363935"/>
                  <a:pt x="4741546" y="4877588"/>
                </a:cubicBezTo>
                <a:cubicBezTo>
                  <a:pt x="4027238" y="6071494"/>
                  <a:pt x="2764972" y="6102970"/>
                  <a:pt x="1325600" y="5980388"/>
                </a:cubicBezTo>
                <a:cubicBezTo>
                  <a:pt x="903947" y="5944442"/>
                  <a:pt x="499735" y="5907589"/>
                  <a:pt x="137593" y="5804042"/>
                </a:cubicBezTo>
                <a:lnTo>
                  <a:pt x="0" y="576016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362A0EA-3E81-4464-94B8-70BE5870ED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87883" y="0"/>
            <a:ext cx="5704117" cy="6096000"/>
          </a:xfrm>
          <a:custGeom>
            <a:avLst/>
            <a:gdLst>
              <a:gd name="connsiteX0" fmla="*/ 0 w 5704117"/>
              <a:gd name="connsiteY0" fmla="*/ 0 h 6096000"/>
              <a:gd name="connsiteX1" fmla="*/ 4562795 w 5704117"/>
              <a:gd name="connsiteY1" fmla="*/ 0 h 6096000"/>
              <a:gd name="connsiteX2" fmla="*/ 4721192 w 5704117"/>
              <a:gd name="connsiteY2" fmla="*/ 133595 h 6096000"/>
              <a:gd name="connsiteX3" fmla="*/ 5467522 w 5704117"/>
              <a:gd name="connsiteY3" fmla="*/ 1054328 h 6096000"/>
              <a:gd name="connsiteX4" fmla="*/ 5538873 w 5704117"/>
              <a:gd name="connsiteY4" fmla="*/ 2897564 h 6096000"/>
              <a:gd name="connsiteX5" fmla="*/ 4442050 w 5704117"/>
              <a:gd name="connsiteY5" fmla="*/ 4732407 h 6096000"/>
              <a:gd name="connsiteX6" fmla="*/ 93046 w 5704117"/>
              <a:gd name="connsiteY6" fmla="*/ 6082857 h 6096000"/>
              <a:gd name="connsiteX7" fmla="*/ 0 w 5704117"/>
              <a:gd name="connsiteY7" fmla="*/ 6078450 h 6096000"/>
              <a:gd name="connsiteX0" fmla="*/ 4562795 w 5704117"/>
              <a:gd name="connsiteY0" fmla="*/ 0 h 6096000"/>
              <a:gd name="connsiteX1" fmla="*/ 4721192 w 5704117"/>
              <a:gd name="connsiteY1" fmla="*/ 133595 h 6096000"/>
              <a:gd name="connsiteX2" fmla="*/ 5467522 w 5704117"/>
              <a:gd name="connsiteY2" fmla="*/ 1054328 h 6096000"/>
              <a:gd name="connsiteX3" fmla="*/ 5538873 w 5704117"/>
              <a:gd name="connsiteY3" fmla="*/ 2897564 h 6096000"/>
              <a:gd name="connsiteX4" fmla="*/ 4442050 w 5704117"/>
              <a:gd name="connsiteY4" fmla="*/ 4732407 h 6096000"/>
              <a:gd name="connsiteX5" fmla="*/ 93046 w 5704117"/>
              <a:gd name="connsiteY5" fmla="*/ 6082857 h 6096000"/>
              <a:gd name="connsiteX6" fmla="*/ 0 w 5704117"/>
              <a:gd name="connsiteY6" fmla="*/ 6078450 h 6096000"/>
              <a:gd name="connsiteX7" fmla="*/ 91440 w 5704117"/>
              <a:gd name="connsiteY7" fmla="*/ 91440 h 6096000"/>
              <a:gd name="connsiteX0" fmla="*/ 4562795 w 5704117"/>
              <a:gd name="connsiteY0" fmla="*/ 0 h 6096000"/>
              <a:gd name="connsiteX1" fmla="*/ 4721192 w 5704117"/>
              <a:gd name="connsiteY1" fmla="*/ 133595 h 6096000"/>
              <a:gd name="connsiteX2" fmla="*/ 5467522 w 5704117"/>
              <a:gd name="connsiteY2" fmla="*/ 1054328 h 6096000"/>
              <a:gd name="connsiteX3" fmla="*/ 5538873 w 5704117"/>
              <a:gd name="connsiteY3" fmla="*/ 2897564 h 6096000"/>
              <a:gd name="connsiteX4" fmla="*/ 4442050 w 5704117"/>
              <a:gd name="connsiteY4" fmla="*/ 4732407 h 6096000"/>
              <a:gd name="connsiteX5" fmla="*/ 93046 w 5704117"/>
              <a:gd name="connsiteY5" fmla="*/ 6082857 h 6096000"/>
              <a:gd name="connsiteX6" fmla="*/ 0 w 5704117"/>
              <a:gd name="connsiteY6" fmla="*/ 6078450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04117" h="6096000">
                <a:moveTo>
                  <a:pt x="4562795" y="0"/>
                </a:moveTo>
                <a:lnTo>
                  <a:pt x="4721192" y="133595"/>
                </a:lnTo>
                <a:cubicBezTo>
                  <a:pt x="5067135" y="440105"/>
                  <a:pt x="5309779" y="747048"/>
                  <a:pt x="5467522" y="1054328"/>
                </a:cubicBezTo>
                <a:cubicBezTo>
                  <a:pt x="5782917" y="1668625"/>
                  <a:pt x="5758242" y="2283795"/>
                  <a:pt x="5538873" y="2897564"/>
                </a:cubicBezTo>
                <a:cubicBezTo>
                  <a:pt x="5319500" y="3511334"/>
                  <a:pt x="4905433" y="4123706"/>
                  <a:pt x="4442050" y="4732407"/>
                </a:cubicBezTo>
                <a:cubicBezTo>
                  <a:pt x="3499930" y="5970384"/>
                  <a:pt x="1925433" y="6153690"/>
                  <a:pt x="93046" y="6082857"/>
                </a:cubicBezTo>
                <a:lnTo>
                  <a:pt x="0" y="6078450"/>
                </a:lnTo>
              </a:path>
            </a:pathLst>
          </a:cu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prstClr val="white"/>
              </a:solidFill>
              <a:latin typeface="Avenir Next LT Pro Light"/>
            </a:endParaRP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6A9F34B9-2F35-A309-85C1-E5BC50846D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2286000"/>
            <a:ext cx="5334000" cy="3810001"/>
          </a:xfrm>
        </p:spPr>
        <p:txBody>
          <a:bodyPr>
            <a:normAutofit/>
          </a:bodyPr>
          <a:lstStyle/>
          <a:p>
            <a:pPr>
              <a:lnSpc>
                <a:spcPct val="115000"/>
              </a:lnSpc>
            </a:pPr>
            <a:r>
              <a:rPr lang="ro-RO" sz="1300" b="1" dirty="0" err="1"/>
              <a:t>CBIR_dataset</a:t>
            </a:r>
            <a:r>
              <a:rPr lang="ro-RO" sz="1300" b="1" dirty="0"/>
              <a:t> (</a:t>
            </a:r>
            <a:r>
              <a:rPr lang="ro-RO" sz="1300" b="1" dirty="0" err="1"/>
              <a:t>Kaggle</a:t>
            </a:r>
            <a:r>
              <a:rPr lang="ro-RO" sz="1300" b="1" dirty="0"/>
              <a:t>)</a:t>
            </a:r>
            <a:r>
              <a:rPr lang="ro-RO" sz="1300" dirty="0"/>
              <a:t> — </a:t>
            </a:r>
            <a:r>
              <a:rPr lang="ro-RO" sz="1300" i="1" dirty="0"/>
              <a:t>Content </a:t>
            </a:r>
            <a:r>
              <a:rPr lang="ro-RO" sz="1300" i="1" dirty="0" err="1"/>
              <a:t>Based</a:t>
            </a:r>
            <a:r>
              <a:rPr lang="ro-RO" sz="1300" i="1" dirty="0"/>
              <a:t> </a:t>
            </a:r>
            <a:r>
              <a:rPr lang="ro-RO" sz="1300" i="1" dirty="0" err="1"/>
              <a:t>Image</a:t>
            </a:r>
            <a:r>
              <a:rPr lang="ro-RO" sz="1300" i="1" dirty="0"/>
              <a:t> </a:t>
            </a:r>
            <a:r>
              <a:rPr lang="ro-RO" sz="1300" i="1" dirty="0" err="1"/>
              <a:t>Retrieval</a:t>
            </a:r>
            <a:r>
              <a:rPr lang="ro-RO" sz="1300" i="1" dirty="0"/>
              <a:t> </a:t>
            </a:r>
            <a:r>
              <a:rPr lang="ro-RO" sz="1300" i="1" dirty="0" err="1"/>
              <a:t>Dataset</a:t>
            </a:r>
            <a:r>
              <a:rPr lang="en-US" sz="1300" i="1" dirty="0"/>
              <a:t> </a:t>
            </a:r>
            <a:r>
              <a:rPr lang="en-US" sz="1300" i="1" dirty="0">
                <a:hlinkClick r:id="rId2"/>
              </a:rPr>
              <a:t>https://www.kaggle.com/datasets/theaayushbajaj/cbir-dataset</a:t>
            </a:r>
            <a:endParaRPr lang="en-US" sz="1300" i="1" dirty="0"/>
          </a:p>
          <a:p>
            <a:pPr>
              <a:lnSpc>
                <a:spcPct val="115000"/>
              </a:lnSpc>
            </a:pPr>
            <a:r>
              <a:rPr lang="ro-RO" sz="1300" dirty="0">
                <a:hlinkClick r:id="rId3"/>
              </a:rPr>
              <a:t>https://docs.pytorch.org/tutorials/beginner/basics/data_tutorial.html</a:t>
            </a:r>
            <a:endParaRPr lang="en-US" sz="1300" dirty="0"/>
          </a:p>
          <a:p>
            <a:pPr>
              <a:lnSpc>
                <a:spcPct val="115000"/>
              </a:lnSpc>
            </a:pPr>
            <a:r>
              <a:rPr lang="ro-RO" sz="1300" dirty="0">
                <a:hlinkClick r:id="rId4"/>
              </a:rPr>
              <a:t>https://docs.pytorch.org/vision/main/models/generated/torchvision.models.resnet18.html</a:t>
            </a:r>
            <a:endParaRPr lang="en-US" sz="1300" dirty="0"/>
          </a:p>
          <a:p>
            <a:pPr>
              <a:lnSpc>
                <a:spcPct val="115000"/>
              </a:lnSpc>
            </a:pPr>
            <a:r>
              <a:rPr lang="en-US" sz="1300" dirty="0">
                <a:hlinkClick r:id="rId5"/>
              </a:rPr>
              <a:t>https://www.researchgate.net/publication/4246277_Dimensionality_Reduction_by_Learning_an_Invariant_Mapping</a:t>
            </a:r>
            <a:endParaRPr lang="en-US" sz="1300" dirty="0"/>
          </a:p>
          <a:p>
            <a:pPr>
              <a:lnSpc>
                <a:spcPct val="115000"/>
              </a:lnSpc>
            </a:pPr>
            <a:r>
              <a:rPr lang="en-US" sz="1300" dirty="0"/>
              <a:t>chrome-extension://</a:t>
            </a:r>
            <a:r>
              <a:rPr lang="en-US" sz="1300" dirty="0" err="1"/>
              <a:t>efaidnbmnnnibpcajpcglclefindmkaj</a:t>
            </a:r>
            <a:r>
              <a:rPr lang="en-US" sz="1300" dirty="0"/>
              <a:t>/https://www.cs.cmu.edu/~rsalakhu/papers/oneshot1.pdf</a:t>
            </a:r>
          </a:p>
          <a:p>
            <a:pPr>
              <a:lnSpc>
                <a:spcPct val="115000"/>
              </a:lnSpc>
            </a:pP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endParaRPr lang="en-US" sz="1300" dirty="0"/>
          </a:p>
          <a:p>
            <a:pPr>
              <a:lnSpc>
                <a:spcPct val="115000"/>
              </a:lnSpc>
            </a:pPr>
            <a:endParaRPr lang="en-US" sz="1300" dirty="0"/>
          </a:p>
          <a:p>
            <a:pPr>
              <a:lnSpc>
                <a:spcPct val="115000"/>
              </a:lnSpc>
            </a:pPr>
            <a:endParaRPr lang="ro-RO" sz="1300" dirty="0"/>
          </a:p>
        </p:txBody>
      </p:sp>
      <p:sp>
        <p:nvSpPr>
          <p:cNvPr id="2" name="Titlu 1">
            <a:extLst>
              <a:ext uri="{FF2B5EF4-FFF2-40B4-BE49-F238E27FC236}">
                <a16:creationId xmlns:a16="http://schemas.microsoft.com/office/drawing/2014/main" id="{836E1246-7860-FE4D-55AD-F7BF51781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62000"/>
            <a:ext cx="5334000" cy="1524000"/>
          </a:xfrm>
        </p:spPr>
        <p:txBody>
          <a:bodyPr>
            <a:normAutofit/>
          </a:bodyPr>
          <a:lstStyle/>
          <a:p>
            <a:r>
              <a:rPr lang="en-US" sz="3200"/>
              <a:t>Bibliografie</a:t>
            </a:r>
            <a:endParaRPr lang="ro-RO" sz="3200"/>
          </a:p>
        </p:txBody>
      </p:sp>
    </p:spTree>
    <p:extLst>
      <p:ext uri="{BB962C8B-B14F-4D97-AF65-F5344CB8AC3E}">
        <p14:creationId xmlns:p14="http://schemas.microsoft.com/office/powerpoint/2010/main" val="2181681013"/>
      </p:ext>
    </p:extLst>
  </p:cSld>
  <p:clrMapOvr>
    <a:masterClrMapping/>
  </p:clrMapOvr>
</p:sld>
</file>

<file path=ppt/theme/theme1.xml><?xml version="1.0" encoding="utf-8"?>
<a:theme xmlns:a="http://schemas.openxmlformats.org/drawingml/2006/main" name="PebbleVTI">
  <a:themeElements>
    <a:clrScheme name="Blush 3">
      <a:dk1>
        <a:sysClr val="windowText" lastClr="000000"/>
      </a:dk1>
      <a:lt1>
        <a:sysClr val="window" lastClr="FFFFFF"/>
      </a:lt1>
      <a:dk2>
        <a:srgbClr val="B15E4E"/>
      </a:dk2>
      <a:lt2>
        <a:srgbClr val="FFFFFF"/>
      </a:lt2>
      <a:accent1>
        <a:srgbClr val="C5B096"/>
      </a:accent1>
      <a:accent2>
        <a:srgbClr val="ECA855"/>
      </a:accent2>
      <a:accent3>
        <a:srgbClr val="9BBFB0"/>
      </a:accent3>
      <a:accent4>
        <a:srgbClr val="A9AEA7"/>
      </a:accent4>
      <a:accent5>
        <a:srgbClr val="6A787C"/>
      </a:accent5>
      <a:accent6>
        <a:srgbClr val="3B4345"/>
      </a:accent6>
      <a:hlink>
        <a:srgbClr val="ECA855"/>
      </a:hlink>
      <a:folHlink>
        <a:srgbClr val="6A392F"/>
      </a:folHlink>
    </a:clrScheme>
    <a:fontScheme name="Custom 4">
      <a:majorFont>
        <a:latin typeface="Sitka Subheading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ebbleVTI" id="{8B4DB91D-6BB4-4BA3-973A-733D3AF2680E}" vid="{9A19CF0D-2077-4BF4-BAA5-86934C336D59}"/>
    </a:ext>
  </a:extLst>
</a:theme>
</file>

<file path=ppt/theme/theme2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247</TotalTime>
  <Words>1059</Words>
  <Application>Microsoft Office PowerPoint</Application>
  <PresentationFormat>Ecran lat</PresentationFormat>
  <Paragraphs>98</Paragraphs>
  <Slides>17</Slides>
  <Notes>4</Notes>
  <HiddenSlides>0</HiddenSlides>
  <MMClips>0</MMClips>
  <ScaleCrop>false</ScaleCrop>
  <HeadingPairs>
    <vt:vector size="6" baseType="variant">
      <vt:variant>
        <vt:lpstr>Fonturi utilizate</vt:lpstr>
      </vt:variant>
      <vt:variant>
        <vt:i4>6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17</vt:i4>
      </vt:variant>
    </vt:vector>
  </HeadingPairs>
  <TitlesOfParts>
    <vt:vector size="24" baseType="lpstr">
      <vt:lpstr>Aptos</vt:lpstr>
      <vt:lpstr>Arial</vt:lpstr>
      <vt:lpstr>Arial Unicode MS</vt:lpstr>
      <vt:lpstr>Avenir Next LT Pro</vt:lpstr>
      <vt:lpstr>Avenir Next LT Pro Light</vt:lpstr>
      <vt:lpstr>Sitka Subheading</vt:lpstr>
      <vt:lpstr>PebbleVTI</vt:lpstr>
      <vt:lpstr>Content-Based Image Retrieval Project</vt:lpstr>
      <vt:lpstr>Cuprins </vt:lpstr>
      <vt:lpstr>Obiectiv</vt:lpstr>
      <vt:lpstr>Setul de date: CBIR_dataset</vt:lpstr>
      <vt:lpstr>Preprocesare și normalizare</vt:lpstr>
      <vt:lpstr>Augmentare de date: rol și exemple</vt:lpstr>
      <vt:lpstr>Construirea perechilor (Siamese Dataset)</vt:lpstr>
      <vt:lpstr>DataLoader și batch-uri</vt:lpstr>
      <vt:lpstr>Arhitectura modelului: Embedding Network</vt:lpstr>
      <vt:lpstr>Arhitectura siameză: principiul de funcționare</vt:lpstr>
      <vt:lpstr>Funcția de loss: Contrastive Loss </vt:lpstr>
      <vt:lpstr>Antrenarea modelului</vt:lpstr>
      <vt:lpstr>Extracția embeddings pentru baza de date (Indexing)</vt:lpstr>
      <vt:lpstr>Similarity search: mecanismul CBIR</vt:lpstr>
      <vt:lpstr>Observații, limitări și direcții de îmbunătățire</vt:lpstr>
      <vt:lpstr>Concluzii</vt:lpstr>
      <vt:lpstr>Bibliografie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Florentin-Georgian ION (117786)</dc:creator>
  <cp:lastModifiedBy>Florentin-Georgian ION (117786)</cp:lastModifiedBy>
  <cp:revision>1</cp:revision>
  <dcterms:created xsi:type="dcterms:W3CDTF">2025-12-16T17:23:03Z</dcterms:created>
  <dcterms:modified xsi:type="dcterms:W3CDTF">2025-12-16T21:30:10Z</dcterms:modified>
</cp:coreProperties>
</file>